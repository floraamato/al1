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theme/theme1.xml" ContentType="application/vnd.openxmlformats-officedocument.theme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colors2.xml" ContentType="application/vnd.openxmlformats-officedocument.drawingml.diagramColors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3CA6E9-5857-4D9F-8A64-137659DBFBB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827128-64EB-43B1-9483-6D7205D79F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Ruolo: chiedere al modello di agire come segretario verbalizzante di una riunione dei Servizi agli Studenti</a:t>
          </a:r>
        </a:p>
      </dgm:t>
    </dgm:pt>
    <dgm:pt modelId="{913F4FD9-0DF9-49AE-809F-1B700FBE1EB8}" type="parTrans" cxnId="{CD9336CD-F3B4-41EB-9CFD-234B3B69295C}">
      <dgm:prSet/>
      <dgm:spPr/>
      <dgm:t>
        <a:bodyPr/>
        <a:lstStyle/>
        <a:p>
          <a:endParaRPr lang="en-US"/>
        </a:p>
      </dgm:t>
    </dgm:pt>
    <dgm:pt modelId="{3A744C03-3B8E-45E0-9D4C-DD4B7BD0720B}" type="sibTrans" cxnId="{CD9336CD-F3B4-41EB-9CFD-234B3B69295C}">
      <dgm:prSet/>
      <dgm:spPr/>
      <dgm:t>
        <a:bodyPr/>
        <a:lstStyle/>
        <a:p>
          <a:endParaRPr lang="en-US"/>
        </a:p>
      </dgm:t>
    </dgm:pt>
    <dgm:pt modelId="{B8F71C17-9FFB-41E7-824D-255B03ECD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Input: appunti grezzi della riunione (data, partecipanti, punti discussione, decisioni)</a:t>
          </a:r>
        </a:p>
      </dgm:t>
    </dgm:pt>
    <dgm:pt modelId="{E4FBCE12-8777-4086-A60A-1AB8F79B5695}" type="parTrans" cxnId="{95266074-560A-4074-9744-7CD1BD69D97A}">
      <dgm:prSet/>
      <dgm:spPr/>
      <dgm:t>
        <a:bodyPr/>
        <a:lstStyle/>
        <a:p>
          <a:endParaRPr lang="en-US"/>
        </a:p>
      </dgm:t>
    </dgm:pt>
    <dgm:pt modelId="{5D880948-A368-4344-93A1-A1D4E44737C0}" type="sibTrans" cxnId="{95266074-560A-4074-9744-7CD1BD69D97A}">
      <dgm:prSet/>
      <dgm:spPr/>
      <dgm:t>
        <a:bodyPr/>
        <a:lstStyle/>
        <a:p>
          <a:endParaRPr lang="en-US"/>
        </a:p>
      </dgm:t>
    </dgm:pt>
    <dgm:pt modelId="{3EDF1975-5807-4558-82D9-8C0965F246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 richiesto: verbale formale con sezioni: Data/ora/modalità, Partecipanti, Ordine del giorno, Svolgimento punto per punto, Decisioni e azioni</a:t>
          </a:r>
        </a:p>
      </dgm:t>
    </dgm:pt>
    <dgm:pt modelId="{AF739D93-DE33-432B-BAFB-930916C86ED5}" type="parTrans" cxnId="{77EAAAD4-5ACC-40A7-BC03-881E5EA85315}">
      <dgm:prSet/>
      <dgm:spPr/>
      <dgm:t>
        <a:bodyPr/>
        <a:lstStyle/>
        <a:p>
          <a:endParaRPr lang="en-US"/>
        </a:p>
      </dgm:t>
    </dgm:pt>
    <dgm:pt modelId="{83A9FDA3-8B50-4A3F-A9CD-47E3FDC7F81A}" type="sibTrans" cxnId="{77EAAAD4-5ACC-40A7-BC03-881E5EA85315}">
      <dgm:prSet/>
      <dgm:spPr/>
      <dgm:t>
        <a:bodyPr/>
        <a:lstStyle/>
        <a:p>
          <a:endParaRPr lang="en-US"/>
        </a:p>
      </dgm:t>
    </dgm:pt>
    <dgm:pt modelId="{CDF72348-1F29-462F-BFBF-75FE086EE6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Stile: linguaggio chiaro, neutro, amministrativo</a:t>
          </a:r>
        </a:p>
      </dgm:t>
    </dgm:pt>
    <dgm:pt modelId="{D4ED852C-3949-4999-949F-2B50457733CE}" type="parTrans" cxnId="{B6B3E311-9714-4F0B-9310-F7B36B9ECA45}">
      <dgm:prSet/>
      <dgm:spPr/>
      <dgm:t>
        <a:bodyPr/>
        <a:lstStyle/>
        <a:p>
          <a:endParaRPr lang="en-US"/>
        </a:p>
      </dgm:t>
    </dgm:pt>
    <dgm:pt modelId="{E5B3ED10-6270-4FF3-A30A-CCCD7CA6344A}" type="sibTrans" cxnId="{B6B3E311-9714-4F0B-9310-F7B36B9ECA45}">
      <dgm:prSet/>
      <dgm:spPr/>
      <dgm:t>
        <a:bodyPr/>
        <a:lstStyle/>
        <a:p>
          <a:endParaRPr lang="en-US"/>
        </a:p>
      </dgm:t>
    </dgm:pt>
    <dgm:pt modelId="{CBB8A2F7-D7BA-4611-9DB2-57F74C3BC9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Vincoli: non inventare informazioni non presenti negli appunti; non inserire dati personali non forniti</a:t>
          </a:r>
        </a:p>
      </dgm:t>
    </dgm:pt>
    <dgm:pt modelId="{333A10EE-7B52-4B82-900B-044FB7BEB305}" type="parTrans" cxnId="{25BFBE24-BD9E-4A56-A925-06095B320D79}">
      <dgm:prSet/>
      <dgm:spPr/>
      <dgm:t>
        <a:bodyPr/>
        <a:lstStyle/>
        <a:p>
          <a:endParaRPr lang="en-US"/>
        </a:p>
      </dgm:t>
    </dgm:pt>
    <dgm:pt modelId="{ECEFE01B-6203-4953-B0C2-3A422EC4DA9F}" type="sibTrans" cxnId="{25BFBE24-BD9E-4A56-A925-06095B320D79}">
      <dgm:prSet/>
      <dgm:spPr/>
      <dgm:t>
        <a:bodyPr/>
        <a:lstStyle/>
        <a:p>
          <a:endParaRPr lang="en-US"/>
        </a:p>
      </dgm:t>
    </dgm:pt>
    <dgm:pt modelId="{2C7876A8-DC6D-4511-B714-2C010620B979}" type="pres">
      <dgm:prSet presAssocID="{0B3CA6E9-5857-4D9F-8A64-137659DBFBB9}" presName="root" presStyleCnt="0">
        <dgm:presLayoutVars>
          <dgm:dir/>
          <dgm:resizeHandles val="exact"/>
        </dgm:presLayoutVars>
      </dgm:prSet>
      <dgm:spPr/>
    </dgm:pt>
    <dgm:pt modelId="{89CCF957-CEF2-473E-88E6-273331529B61}" type="pres">
      <dgm:prSet presAssocID="{6E827128-64EB-43B1-9483-6D7205D79F9A}" presName="compNode" presStyleCnt="0"/>
      <dgm:spPr/>
    </dgm:pt>
    <dgm:pt modelId="{46E59267-8C2F-4C42-872C-B5A0BF7575A5}" type="pres">
      <dgm:prSet presAssocID="{6E827128-64EB-43B1-9483-6D7205D79F9A}" presName="bgRect" presStyleLbl="bgShp" presStyleIdx="0" presStyleCnt="5"/>
      <dgm:spPr/>
    </dgm:pt>
    <dgm:pt modelId="{CED44EF4-E223-455E-B7E0-1B28D4B1A630}" type="pres">
      <dgm:prSet presAssocID="{6E827128-64EB-43B1-9483-6D7205D79F9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"/>
        </a:ext>
      </dgm:extLst>
    </dgm:pt>
    <dgm:pt modelId="{5D09109B-B5F2-462C-B4C1-BD52C7C8AE20}" type="pres">
      <dgm:prSet presAssocID="{6E827128-64EB-43B1-9483-6D7205D79F9A}" presName="spaceRect" presStyleCnt="0"/>
      <dgm:spPr/>
    </dgm:pt>
    <dgm:pt modelId="{D5D688A8-A5BB-4FF2-9092-F87BB4003E21}" type="pres">
      <dgm:prSet presAssocID="{6E827128-64EB-43B1-9483-6D7205D79F9A}" presName="parTx" presStyleLbl="revTx" presStyleIdx="0" presStyleCnt="5">
        <dgm:presLayoutVars>
          <dgm:chMax val="0"/>
          <dgm:chPref val="0"/>
        </dgm:presLayoutVars>
      </dgm:prSet>
      <dgm:spPr/>
    </dgm:pt>
    <dgm:pt modelId="{B01583C2-7590-4874-ACDC-6B18520E360D}" type="pres">
      <dgm:prSet presAssocID="{3A744C03-3B8E-45E0-9D4C-DD4B7BD0720B}" presName="sibTrans" presStyleCnt="0"/>
      <dgm:spPr/>
    </dgm:pt>
    <dgm:pt modelId="{80CF40DE-3BFD-46C5-9F6B-C0F2F39FCF88}" type="pres">
      <dgm:prSet presAssocID="{B8F71C17-9FFB-41E7-824D-255B03ECDA0A}" presName="compNode" presStyleCnt="0"/>
      <dgm:spPr/>
    </dgm:pt>
    <dgm:pt modelId="{5C32C8A8-27C9-4700-BCD0-8F6E1AC0A14C}" type="pres">
      <dgm:prSet presAssocID="{B8F71C17-9FFB-41E7-824D-255B03ECDA0A}" presName="bgRect" presStyleLbl="bgShp" presStyleIdx="1" presStyleCnt="5"/>
      <dgm:spPr/>
    </dgm:pt>
    <dgm:pt modelId="{44F7456B-81D7-4253-BA65-A6D9753D5499}" type="pres">
      <dgm:prSet presAssocID="{B8F71C17-9FFB-41E7-824D-255B03ECDA0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359DF144-436A-4E31-9511-C5CE62FD1726}" type="pres">
      <dgm:prSet presAssocID="{B8F71C17-9FFB-41E7-824D-255B03ECDA0A}" presName="spaceRect" presStyleCnt="0"/>
      <dgm:spPr/>
    </dgm:pt>
    <dgm:pt modelId="{E285540A-1458-481A-A137-5C9B1764D8B6}" type="pres">
      <dgm:prSet presAssocID="{B8F71C17-9FFB-41E7-824D-255B03ECDA0A}" presName="parTx" presStyleLbl="revTx" presStyleIdx="1" presStyleCnt="5">
        <dgm:presLayoutVars>
          <dgm:chMax val="0"/>
          <dgm:chPref val="0"/>
        </dgm:presLayoutVars>
      </dgm:prSet>
      <dgm:spPr/>
    </dgm:pt>
    <dgm:pt modelId="{A41767B1-783C-4B74-BAF2-DB0D41475B03}" type="pres">
      <dgm:prSet presAssocID="{5D880948-A368-4344-93A1-A1D4E44737C0}" presName="sibTrans" presStyleCnt="0"/>
      <dgm:spPr/>
    </dgm:pt>
    <dgm:pt modelId="{0D1FA7FB-63F2-4485-ADEF-3B0396167FAA}" type="pres">
      <dgm:prSet presAssocID="{3EDF1975-5807-4558-82D9-8C0965F2468A}" presName="compNode" presStyleCnt="0"/>
      <dgm:spPr/>
    </dgm:pt>
    <dgm:pt modelId="{F78516DD-B87C-4F2C-AF1B-37C54B5354B3}" type="pres">
      <dgm:prSet presAssocID="{3EDF1975-5807-4558-82D9-8C0965F2468A}" presName="bgRect" presStyleLbl="bgShp" presStyleIdx="2" presStyleCnt="5"/>
      <dgm:spPr/>
    </dgm:pt>
    <dgm:pt modelId="{6A557EA1-257A-4111-9E5C-B80194FA37D0}" type="pres">
      <dgm:prSet presAssocID="{3EDF1975-5807-4558-82D9-8C0965F2468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2E4B1A7A-794D-478C-A30A-5F04289D6FDC}" type="pres">
      <dgm:prSet presAssocID="{3EDF1975-5807-4558-82D9-8C0965F2468A}" presName="spaceRect" presStyleCnt="0"/>
      <dgm:spPr/>
    </dgm:pt>
    <dgm:pt modelId="{A9457B2A-14F4-4DC0-8CFB-27501E685205}" type="pres">
      <dgm:prSet presAssocID="{3EDF1975-5807-4558-82D9-8C0965F2468A}" presName="parTx" presStyleLbl="revTx" presStyleIdx="2" presStyleCnt="5">
        <dgm:presLayoutVars>
          <dgm:chMax val="0"/>
          <dgm:chPref val="0"/>
        </dgm:presLayoutVars>
      </dgm:prSet>
      <dgm:spPr/>
    </dgm:pt>
    <dgm:pt modelId="{33F638B7-E46C-409F-BFF0-DF36A103985E}" type="pres">
      <dgm:prSet presAssocID="{83A9FDA3-8B50-4A3F-A9CD-47E3FDC7F81A}" presName="sibTrans" presStyleCnt="0"/>
      <dgm:spPr/>
    </dgm:pt>
    <dgm:pt modelId="{C1ACD8BD-ABC1-4E43-9D1C-E0786A40C336}" type="pres">
      <dgm:prSet presAssocID="{CDF72348-1F29-462F-BFBF-75FE086EE607}" presName="compNode" presStyleCnt="0"/>
      <dgm:spPr/>
    </dgm:pt>
    <dgm:pt modelId="{C1F35887-955A-47E5-9BA2-CAFAC322F3B5}" type="pres">
      <dgm:prSet presAssocID="{CDF72348-1F29-462F-BFBF-75FE086EE607}" presName="bgRect" presStyleLbl="bgShp" presStyleIdx="3" presStyleCnt="5"/>
      <dgm:spPr/>
    </dgm:pt>
    <dgm:pt modelId="{83525B79-715C-4C9D-AF66-EB1E5174434C}" type="pres">
      <dgm:prSet presAssocID="{CDF72348-1F29-462F-BFBF-75FE086EE60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4AA7B078-AED7-41C3-9061-83586E155FC9}" type="pres">
      <dgm:prSet presAssocID="{CDF72348-1F29-462F-BFBF-75FE086EE607}" presName="spaceRect" presStyleCnt="0"/>
      <dgm:spPr/>
    </dgm:pt>
    <dgm:pt modelId="{AF68FB14-1464-438F-8102-43634B73AB9E}" type="pres">
      <dgm:prSet presAssocID="{CDF72348-1F29-462F-BFBF-75FE086EE607}" presName="parTx" presStyleLbl="revTx" presStyleIdx="3" presStyleCnt="5">
        <dgm:presLayoutVars>
          <dgm:chMax val="0"/>
          <dgm:chPref val="0"/>
        </dgm:presLayoutVars>
      </dgm:prSet>
      <dgm:spPr/>
    </dgm:pt>
    <dgm:pt modelId="{03FDBE7E-94BC-470F-B5AF-89754E72FC22}" type="pres">
      <dgm:prSet presAssocID="{E5B3ED10-6270-4FF3-A30A-CCCD7CA6344A}" presName="sibTrans" presStyleCnt="0"/>
      <dgm:spPr/>
    </dgm:pt>
    <dgm:pt modelId="{49FE90B8-AF60-4190-B027-CACD285CBB11}" type="pres">
      <dgm:prSet presAssocID="{CBB8A2F7-D7BA-4611-9DB2-57F74C3BC9DA}" presName="compNode" presStyleCnt="0"/>
      <dgm:spPr/>
    </dgm:pt>
    <dgm:pt modelId="{5605E57D-7489-4E48-B313-2F53EA28E3FD}" type="pres">
      <dgm:prSet presAssocID="{CBB8A2F7-D7BA-4611-9DB2-57F74C3BC9DA}" presName="bgRect" presStyleLbl="bgShp" presStyleIdx="4" presStyleCnt="5"/>
      <dgm:spPr/>
    </dgm:pt>
    <dgm:pt modelId="{020CB802-A7EA-41DE-BD3D-6FFCD43BED29}" type="pres">
      <dgm:prSet presAssocID="{CBB8A2F7-D7BA-4611-9DB2-57F74C3BC9D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3D82B2E1-EEB9-4656-BD7B-0640726A9325}" type="pres">
      <dgm:prSet presAssocID="{CBB8A2F7-D7BA-4611-9DB2-57F74C3BC9DA}" presName="spaceRect" presStyleCnt="0"/>
      <dgm:spPr/>
    </dgm:pt>
    <dgm:pt modelId="{B3B974B4-1C7E-4795-8572-C6861ED55B3C}" type="pres">
      <dgm:prSet presAssocID="{CBB8A2F7-D7BA-4611-9DB2-57F74C3BC9D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036860B-21CD-4841-8087-CAACBA9CF73F}" type="presOf" srcId="{CBB8A2F7-D7BA-4611-9DB2-57F74C3BC9DA}" destId="{B3B974B4-1C7E-4795-8572-C6861ED55B3C}" srcOrd="0" destOrd="0" presId="urn:microsoft.com/office/officeart/2018/2/layout/IconVerticalSolidList"/>
    <dgm:cxn modelId="{B6B3E311-9714-4F0B-9310-F7B36B9ECA45}" srcId="{0B3CA6E9-5857-4D9F-8A64-137659DBFBB9}" destId="{CDF72348-1F29-462F-BFBF-75FE086EE607}" srcOrd="3" destOrd="0" parTransId="{D4ED852C-3949-4999-949F-2B50457733CE}" sibTransId="{E5B3ED10-6270-4FF3-A30A-CCCD7CA6344A}"/>
    <dgm:cxn modelId="{25BFBE24-BD9E-4A56-A925-06095B320D79}" srcId="{0B3CA6E9-5857-4D9F-8A64-137659DBFBB9}" destId="{CBB8A2F7-D7BA-4611-9DB2-57F74C3BC9DA}" srcOrd="4" destOrd="0" parTransId="{333A10EE-7B52-4B82-900B-044FB7BEB305}" sibTransId="{ECEFE01B-6203-4953-B0C2-3A422EC4DA9F}"/>
    <dgm:cxn modelId="{BE06523E-9139-48C5-9061-FA388BC5B53A}" type="presOf" srcId="{B8F71C17-9FFB-41E7-824D-255B03ECDA0A}" destId="{E285540A-1458-481A-A137-5C9B1764D8B6}" srcOrd="0" destOrd="0" presId="urn:microsoft.com/office/officeart/2018/2/layout/IconVerticalSolidList"/>
    <dgm:cxn modelId="{180FA04A-6952-45D6-B2C9-E94DBB35340C}" type="presOf" srcId="{6E827128-64EB-43B1-9483-6D7205D79F9A}" destId="{D5D688A8-A5BB-4FF2-9092-F87BB4003E21}" srcOrd="0" destOrd="0" presId="urn:microsoft.com/office/officeart/2018/2/layout/IconVerticalSolidList"/>
    <dgm:cxn modelId="{95266074-560A-4074-9744-7CD1BD69D97A}" srcId="{0B3CA6E9-5857-4D9F-8A64-137659DBFBB9}" destId="{B8F71C17-9FFB-41E7-824D-255B03ECDA0A}" srcOrd="1" destOrd="0" parTransId="{E4FBCE12-8777-4086-A60A-1AB8F79B5695}" sibTransId="{5D880948-A368-4344-93A1-A1D4E44737C0}"/>
    <dgm:cxn modelId="{03AA3B78-D95A-4382-90C2-75C04F63DA95}" type="presOf" srcId="{3EDF1975-5807-4558-82D9-8C0965F2468A}" destId="{A9457B2A-14F4-4DC0-8CFB-27501E685205}" srcOrd="0" destOrd="0" presId="urn:microsoft.com/office/officeart/2018/2/layout/IconVerticalSolidList"/>
    <dgm:cxn modelId="{8AABC181-2ABB-4A21-AAEB-A04CF079DCDD}" type="presOf" srcId="{0B3CA6E9-5857-4D9F-8A64-137659DBFBB9}" destId="{2C7876A8-DC6D-4511-B714-2C010620B979}" srcOrd="0" destOrd="0" presId="urn:microsoft.com/office/officeart/2018/2/layout/IconVerticalSolidList"/>
    <dgm:cxn modelId="{CD9336CD-F3B4-41EB-9CFD-234B3B69295C}" srcId="{0B3CA6E9-5857-4D9F-8A64-137659DBFBB9}" destId="{6E827128-64EB-43B1-9483-6D7205D79F9A}" srcOrd="0" destOrd="0" parTransId="{913F4FD9-0DF9-49AE-809F-1B700FBE1EB8}" sibTransId="{3A744C03-3B8E-45E0-9D4C-DD4B7BD0720B}"/>
    <dgm:cxn modelId="{77EAAAD4-5ACC-40A7-BC03-881E5EA85315}" srcId="{0B3CA6E9-5857-4D9F-8A64-137659DBFBB9}" destId="{3EDF1975-5807-4558-82D9-8C0965F2468A}" srcOrd="2" destOrd="0" parTransId="{AF739D93-DE33-432B-BAFB-930916C86ED5}" sibTransId="{83A9FDA3-8B50-4A3F-A9CD-47E3FDC7F81A}"/>
    <dgm:cxn modelId="{4823C1F0-804F-40FE-903E-A503CD325770}" type="presOf" srcId="{CDF72348-1F29-462F-BFBF-75FE086EE607}" destId="{AF68FB14-1464-438F-8102-43634B73AB9E}" srcOrd="0" destOrd="0" presId="urn:microsoft.com/office/officeart/2018/2/layout/IconVerticalSolidList"/>
    <dgm:cxn modelId="{8EEFE8E7-B8CB-45F8-B8F9-11F1C293ABCC}" type="presParOf" srcId="{2C7876A8-DC6D-4511-B714-2C010620B979}" destId="{89CCF957-CEF2-473E-88E6-273331529B61}" srcOrd="0" destOrd="0" presId="urn:microsoft.com/office/officeart/2018/2/layout/IconVerticalSolidList"/>
    <dgm:cxn modelId="{2EFDF660-F363-4A91-A746-1061561372C4}" type="presParOf" srcId="{89CCF957-CEF2-473E-88E6-273331529B61}" destId="{46E59267-8C2F-4C42-872C-B5A0BF7575A5}" srcOrd="0" destOrd="0" presId="urn:microsoft.com/office/officeart/2018/2/layout/IconVerticalSolidList"/>
    <dgm:cxn modelId="{C0B1AC69-4561-4B4F-A844-BBCAF29FB7FA}" type="presParOf" srcId="{89CCF957-CEF2-473E-88E6-273331529B61}" destId="{CED44EF4-E223-455E-B7E0-1B28D4B1A630}" srcOrd="1" destOrd="0" presId="urn:microsoft.com/office/officeart/2018/2/layout/IconVerticalSolidList"/>
    <dgm:cxn modelId="{E8EE569C-BC75-478C-8F26-6B68E3251674}" type="presParOf" srcId="{89CCF957-CEF2-473E-88E6-273331529B61}" destId="{5D09109B-B5F2-462C-B4C1-BD52C7C8AE20}" srcOrd="2" destOrd="0" presId="urn:microsoft.com/office/officeart/2018/2/layout/IconVerticalSolidList"/>
    <dgm:cxn modelId="{FE5B1B3F-B81D-4F9B-95D9-6F7CBD145C14}" type="presParOf" srcId="{89CCF957-CEF2-473E-88E6-273331529B61}" destId="{D5D688A8-A5BB-4FF2-9092-F87BB4003E21}" srcOrd="3" destOrd="0" presId="urn:microsoft.com/office/officeart/2018/2/layout/IconVerticalSolidList"/>
    <dgm:cxn modelId="{64078E27-154A-4A25-B3D4-46EE688D2774}" type="presParOf" srcId="{2C7876A8-DC6D-4511-B714-2C010620B979}" destId="{B01583C2-7590-4874-ACDC-6B18520E360D}" srcOrd="1" destOrd="0" presId="urn:microsoft.com/office/officeart/2018/2/layout/IconVerticalSolidList"/>
    <dgm:cxn modelId="{44FA1D89-C394-4EA0-A0A3-AEC26D56670D}" type="presParOf" srcId="{2C7876A8-DC6D-4511-B714-2C010620B979}" destId="{80CF40DE-3BFD-46C5-9F6B-C0F2F39FCF88}" srcOrd="2" destOrd="0" presId="urn:microsoft.com/office/officeart/2018/2/layout/IconVerticalSolidList"/>
    <dgm:cxn modelId="{7576103A-477C-4A90-B6D1-E9899FEA1899}" type="presParOf" srcId="{80CF40DE-3BFD-46C5-9F6B-C0F2F39FCF88}" destId="{5C32C8A8-27C9-4700-BCD0-8F6E1AC0A14C}" srcOrd="0" destOrd="0" presId="urn:microsoft.com/office/officeart/2018/2/layout/IconVerticalSolidList"/>
    <dgm:cxn modelId="{BFBE3C89-2ECD-4780-8D15-E2DFA0C91A4B}" type="presParOf" srcId="{80CF40DE-3BFD-46C5-9F6B-C0F2F39FCF88}" destId="{44F7456B-81D7-4253-BA65-A6D9753D5499}" srcOrd="1" destOrd="0" presId="urn:microsoft.com/office/officeart/2018/2/layout/IconVerticalSolidList"/>
    <dgm:cxn modelId="{C7CE6816-29F0-4F65-B25A-62A9B46A8227}" type="presParOf" srcId="{80CF40DE-3BFD-46C5-9F6B-C0F2F39FCF88}" destId="{359DF144-436A-4E31-9511-C5CE62FD1726}" srcOrd="2" destOrd="0" presId="urn:microsoft.com/office/officeart/2018/2/layout/IconVerticalSolidList"/>
    <dgm:cxn modelId="{B40CBC33-9EB4-4969-BFDB-EB3C0A196777}" type="presParOf" srcId="{80CF40DE-3BFD-46C5-9F6B-C0F2F39FCF88}" destId="{E285540A-1458-481A-A137-5C9B1764D8B6}" srcOrd="3" destOrd="0" presId="urn:microsoft.com/office/officeart/2018/2/layout/IconVerticalSolidList"/>
    <dgm:cxn modelId="{75B137A7-FB8F-4ADC-B091-815D6B054759}" type="presParOf" srcId="{2C7876A8-DC6D-4511-B714-2C010620B979}" destId="{A41767B1-783C-4B74-BAF2-DB0D41475B03}" srcOrd="3" destOrd="0" presId="urn:microsoft.com/office/officeart/2018/2/layout/IconVerticalSolidList"/>
    <dgm:cxn modelId="{3BC74738-1863-4D98-A9C8-BF357E5981FC}" type="presParOf" srcId="{2C7876A8-DC6D-4511-B714-2C010620B979}" destId="{0D1FA7FB-63F2-4485-ADEF-3B0396167FAA}" srcOrd="4" destOrd="0" presId="urn:microsoft.com/office/officeart/2018/2/layout/IconVerticalSolidList"/>
    <dgm:cxn modelId="{D6C3BA64-A65A-4339-A135-089656A1739F}" type="presParOf" srcId="{0D1FA7FB-63F2-4485-ADEF-3B0396167FAA}" destId="{F78516DD-B87C-4F2C-AF1B-37C54B5354B3}" srcOrd="0" destOrd="0" presId="urn:microsoft.com/office/officeart/2018/2/layout/IconVerticalSolidList"/>
    <dgm:cxn modelId="{BC43826B-133E-417B-A0B6-AABCC897CFA9}" type="presParOf" srcId="{0D1FA7FB-63F2-4485-ADEF-3B0396167FAA}" destId="{6A557EA1-257A-4111-9E5C-B80194FA37D0}" srcOrd="1" destOrd="0" presId="urn:microsoft.com/office/officeart/2018/2/layout/IconVerticalSolidList"/>
    <dgm:cxn modelId="{DB49BC87-75BD-4D0C-A378-FCB7F4861A82}" type="presParOf" srcId="{0D1FA7FB-63F2-4485-ADEF-3B0396167FAA}" destId="{2E4B1A7A-794D-478C-A30A-5F04289D6FDC}" srcOrd="2" destOrd="0" presId="urn:microsoft.com/office/officeart/2018/2/layout/IconVerticalSolidList"/>
    <dgm:cxn modelId="{D20FEF00-4AE3-4AF7-B57B-7E3E06BA6EE0}" type="presParOf" srcId="{0D1FA7FB-63F2-4485-ADEF-3B0396167FAA}" destId="{A9457B2A-14F4-4DC0-8CFB-27501E685205}" srcOrd="3" destOrd="0" presId="urn:microsoft.com/office/officeart/2018/2/layout/IconVerticalSolidList"/>
    <dgm:cxn modelId="{046D83BE-C0C4-4B1B-BD6A-527B9A0983B7}" type="presParOf" srcId="{2C7876A8-DC6D-4511-B714-2C010620B979}" destId="{33F638B7-E46C-409F-BFF0-DF36A103985E}" srcOrd="5" destOrd="0" presId="urn:microsoft.com/office/officeart/2018/2/layout/IconVerticalSolidList"/>
    <dgm:cxn modelId="{352E85A2-4737-47F2-A87D-ACBAFADC2158}" type="presParOf" srcId="{2C7876A8-DC6D-4511-B714-2C010620B979}" destId="{C1ACD8BD-ABC1-4E43-9D1C-E0786A40C336}" srcOrd="6" destOrd="0" presId="urn:microsoft.com/office/officeart/2018/2/layout/IconVerticalSolidList"/>
    <dgm:cxn modelId="{4AB337E9-866A-46E0-8196-CB801BBF06B5}" type="presParOf" srcId="{C1ACD8BD-ABC1-4E43-9D1C-E0786A40C336}" destId="{C1F35887-955A-47E5-9BA2-CAFAC322F3B5}" srcOrd="0" destOrd="0" presId="urn:microsoft.com/office/officeart/2018/2/layout/IconVerticalSolidList"/>
    <dgm:cxn modelId="{CADC57A7-0C0F-4838-8720-5F33075B050D}" type="presParOf" srcId="{C1ACD8BD-ABC1-4E43-9D1C-E0786A40C336}" destId="{83525B79-715C-4C9D-AF66-EB1E5174434C}" srcOrd="1" destOrd="0" presId="urn:microsoft.com/office/officeart/2018/2/layout/IconVerticalSolidList"/>
    <dgm:cxn modelId="{7B4CCE45-34DF-41E7-8627-2829DF0B616A}" type="presParOf" srcId="{C1ACD8BD-ABC1-4E43-9D1C-E0786A40C336}" destId="{4AA7B078-AED7-41C3-9061-83586E155FC9}" srcOrd="2" destOrd="0" presId="urn:microsoft.com/office/officeart/2018/2/layout/IconVerticalSolidList"/>
    <dgm:cxn modelId="{F5124A21-3452-4B28-BFBF-3E7F9228BCD2}" type="presParOf" srcId="{C1ACD8BD-ABC1-4E43-9D1C-E0786A40C336}" destId="{AF68FB14-1464-438F-8102-43634B73AB9E}" srcOrd="3" destOrd="0" presId="urn:microsoft.com/office/officeart/2018/2/layout/IconVerticalSolidList"/>
    <dgm:cxn modelId="{D31E5234-9F95-450A-B11A-949FD231E3C3}" type="presParOf" srcId="{2C7876A8-DC6D-4511-B714-2C010620B979}" destId="{03FDBE7E-94BC-470F-B5AF-89754E72FC22}" srcOrd="7" destOrd="0" presId="urn:microsoft.com/office/officeart/2018/2/layout/IconVerticalSolidList"/>
    <dgm:cxn modelId="{68E9214B-99E9-4590-A6F1-3DEE17FAFD98}" type="presParOf" srcId="{2C7876A8-DC6D-4511-B714-2C010620B979}" destId="{49FE90B8-AF60-4190-B027-CACD285CBB11}" srcOrd="8" destOrd="0" presId="urn:microsoft.com/office/officeart/2018/2/layout/IconVerticalSolidList"/>
    <dgm:cxn modelId="{535DC205-D222-4D26-A360-8FD484E43819}" type="presParOf" srcId="{49FE90B8-AF60-4190-B027-CACD285CBB11}" destId="{5605E57D-7489-4E48-B313-2F53EA28E3FD}" srcOrd="0" destOrd="0" presId="urn:microsoft.com/office/officeart/2018/2/layout/IconVerticalSolidList"/>
    <dgm:cxn modelId="{C7426ED8-A666-4906-8373-9A331BCF9C18}" type="presParOf" srcId="{49FE90B8-AF60-4190-B027-CACD285CBB11}" destId="{020CB802-A7EA-41DE-BD3D-6FFCD43BED29}" srcOrd="1" destOrd="0" presId="urn:microsoft.com/office/officeart/2018/2/layout/IconVerticalSolidList"/>
    <dgm:cxn modelId="{2C10BB10-3525-4F0B-A758-88AADE8BA10E}" type="presParOf" srcId="{49FE90B8-AF60-4190-B027-CACD285CBB11}" destId="{3D82B2E1-EEB9-4656-BD7B-0640726A9325}" srcOrd="2" destOrd="0" presId="urn:microsoft.com/office/officeart/2018/2/layout/IconVerticalSolidList"/>
    <dgm:cxn modelId="{9A3618FA-ED3E-41F0-96EF-6A5B2459B285}" type="presParOf" srcId="{49FE90B8-AF60-4190-B027-CACD285CBB11}" destId="{B3B974B4-1C7E-4795-8572-C6861ED55B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FEC81C-E141-4331-8EE0-2CFC11C61C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5E51281-1652-44E2-9097-9B3D71A487F0}">
      <dgm:prSet/>
      <dgm:spPr/>
      <dgm:t>
        <a:bodyPr/>
        <a:lstStyle/>
        <a:p>
          <a:r>
            <a:rPr lang="en-US"/>
            <a:t>Esempio di appunti grezzi:</a:t>
          </a:r>
        </a:p>
      </dgm:t>
    </dgm:pt>
    <dgm:pt modelId="{3F06E68D-5D96-49B5-961A-1B51A6BE53AA}" type="parTrans" cxnId="{599E14BA-9D37-4F37-944F-6B7BFBD58BB5}">
      <dgm:prSet/>
      <dgm:spPr/>
      <dgm:t>
        <a:bodyPr/>
        <a:lstStyle/>
        <a:p>
          <a:endParaRPr lang="en-US"/>
        </a:p>
      </dgm:t>
    </dgm:pt>
    <dgm:pt modelId="{F5481F7A-B998-4965-A1AE-CDFB2CF60873}" type="sibTrans" cxnId="{599E14BA-9D37-4F37-944F-6B7BFBD58BB5}">
      <dgm:prSet/>
      <dgm:spPr/>
      <dgm:t>
        <a:bodyPr/>
        <a:lstStyle/>
        <a:p>
          <a:endParaRPr lang="en-US"/>
        </a:p>
      </dgm:t>
    </dgm:pt>
    <dgm:pt modelId="{7F38ED4B-EA8A-43B9-B62C-14C2D0A99E83}">
      <dgm:prSet/>
      <dgm:spPr/>
      <dgm:t>
        <a:bodyPr/>
        <a:lstStyle/>
        <a:p>
          <a:r>
            <a:rPr lang="en-US"/>
            <a:t>“Riunione 3/10/2025 Servizi studenti – Teams; presenti Rossi, Bianchi, Verdi; picco ticket iscrizioni; tempi risposta &gt;5 giorni; decisione: aggiornare FAQ, messaggio automatico con tempi stimati, report mensile ticket”</a:t>
          </a:r>
        </a:p>
      </dgm:t>
    </dgm:pt>
    <dgm:pt modelId="{1AD55C55-66E7-467E-AA6C-87C079DD9D85}" type="parTrans" cxnId="{1457C1A8-6196-4022-897B-D9BD19EBC0E4}">
      <dgm:prSet/>
      <dgm:spPr/>
      <dgm:t>
        <a:bodyPr/>
        <a:lstStyle/>
        <a:p>
          <a:endParaRPr lang="en-US"/>
        </a:p>
      </dgm:t>
    </dgm:pt>
    <dgm:pt modelId="{263A50C3-D922-4BDC-9390-8EDEF7FBF8BE}" type="sibTrans" cxnId="{1457C1A8-6196-4022-897B-D9BD19EBC0E4}">
      <dgm:prSet/>
      <dgm:spPr/>
      <dgm:t>
        <a:bodyPr/>
        <a:lstStyle/>
        <a:p>
          <a:endParaRPr lang="en-US"/>
        </a:p>
      </dgm:t>
    </dgm:pt>
    <dgm:pt modelId="{136D4092-95DA-4E3B-86D0-9330A0C0ECF2}">
      <dgm:prSet/>
      <dgm:spPr/>
      <dgm:t>
        <a:bodyPr/>
        <a:lstStyle/>
        <a:p>
          <a:r>
            <a:rPr lang="en-US"/>
            <a:t>Chiedere all’IA di trasformare gli appunti in un verbale sintetico con il prompt della slide precedente</a:t>
          </a:r>
        </a:p>
      </dgm:t>
    </dgm:pt>
    <dgm:pt modelId="{D44B9F7E-1FD6-4DF5-AEFE-CEDCFB31976D}" type="parTrans" cxnId="{375BFAFD-A856-460D-8471-2385FB66F09F}">
      <dgm:prSet/>
      <dgm:spPr/>
      <dgm:t>
        <a:bodyPr/>
        <a:lstStyle/>
        <a:p>
          <a:endParaRPr lang="en-US"/>
        </a:p>
      </dgm:t>
    </dgm:pt>
    <dgm:pt modelId="{91239DCA-FEBE-46AD-8F09-F37FF37AC0B8}" type="sibTrans" cxnId="{375BFAFD-A856-460D-8471-2385FB66F09F}">
      <dgm:prSet/>
      <dgm:spPr/>
      <dgm:t>
        <a:bodyPr/>
        <a:lstStyle/>
        <a:p>
          <a:endParaRPr lang="en-US"/>
        </a:p>
      </dgm:t>
    </dgm:pt>
    <dgm:pt modelId="{14C20E25-FA28-4812-ACB2-F55FCED2C2FE}">
      <dgm:prSet/>
      <dgm:spPr/>
      <dgm:t>
        <a:bodyPr/>
        <a:lstStyle/>
        <a:p>
          <a:r>
            <a:rPr lang="en-US"/>
            <a:t>Osservare la struttura del testo generato: intestazione, elenco partecipanti, punti dell’ordine del giorno, decisioni</a:t>
          </a:r>
        </a:p>
      </dgm:t>
    </dgm:pt>
    <dgm:pt modelId="{6BE942B4-2588-48C0-8993-E0DBF183E0EC}" type="parTrans" cxnId="{713B210B-10A3-4AC6-B5A5-DC0E906689E4}">
      <dgm:prSet/>
      <dgm:spPr/>
      <dgm:t>
        <a:bodyPr/>
        <a:lstStyle/>
        <a:p>
          <a:endParaRPr lang="en-US"/>
        </a:p>
      </dgm:t>
    </dgm:pt>
    <dgm:pt modelId="{5ABB0E9B-96A6-49FD-BF25-23B82F7A38E7}" type="sibTrans" cxnId="{713B210B-10A3-4AC6-B5A5-DC0E906689E4}">
      <dgm:prSet/>
      <dgm:spPr/>
      <dgm:t>
        <a:bodyPr/>
        <a:lstStyle/>
        <a:p>
          <a:endParaRPr lang="en-US"/>
        </a:p>
      </dgm:t>
    </dgm:pt>
    <dgm:pt modelId="{FB491328-D7C6-417E-AAA4-C4E13FB5794B}">
      <dgm:prSet/>
      <dgm:spPr/>
      <dgm:t>
        <a:bodyPr/>
        <a:lstStyle/>
        <a:p>
          <a:r>
            <a:rPr lang="en-US"/>
            <a:t>Controllare e correggere date, nomi, formulazioni poco chiare</a:t>
          </a:r>
        </a:p>
      </dgm:t>
    </dgm:pt>
    <dgm:pt modelId="{1012C9BC-7739-4830-8A99-ED43C7C8793F}" type="parTrans" cxnId="{F5C9E4B4-3428-4102-BCBC-DCF9C7A720DC}">
      <dgm:prSet/>
      <dgm:spPr/>
      <dgm:t>
        <a:bodyPr/>
        <a:lstStyle/>
        <a:p>
          <a:endParaRPr lang="en-US"/>
        </a:p>
      </dgm:t>
    </dgm:pt>
    <dgm:pt modelId="{7B71D835-B612-4B35-975E-9DD86E3B1998}" type="sibTrans" cxnId="{F5C9E4B4-3428-4102-BCBC-DCF9C7A720DC}">
      <dgm:prSet/>
      <dgm:spPr/>
      <dgm:t>
        <a:bodyPr/>
        <a:lstStyle/>
        <a:p>
          <a:endParaRPr lang="en-US"/>
        </a:p>
      </dgm:t>
    </dgm:pt>
    <dgm:pt modelId="{DE098404-3459-4C2E-BAEA-9B3F1EE6BA10}" type="pres">
      <dgm:prSet presAssocID="{16FEC81C-E141-4331-8EE0-2CFC11C61C12}" presName="root" presStyleCnt="0">
        <dgm:presLayoutVars>
          <dgm:dir/>
          <dgm:resizeHandles val="exact"/>
        </dgm:presLayoutVars>
      </dgm:prSet>
      <dgm:spPr/>
    </dgm:pt>
    <dgm:pt modelId="{C4CC6852-CFBD-4052-8685-8C5AE71392C5}" type="pres">
      <dgm:prSet presAssocID="{95E51281-1652-44E2-9097-9B3D71A487F0}" presName="compNode" presStyleCnt="0"/>
      <dgm:spPr/>
    </dgm:pt>
    <dgm:pt modelId="{551D6E8C-E70F-4499-9BF6-BF87C7DC6509}" type="pres">
      <dgm:prSet presAssocID="{95E51281-1652-44E2-9097-9B3D71A487F0}" presName="bgRect" presStyleLbl="bgShp" presStyleIdx="0" presStyleCnt="5"/>
      <dgm:spPr/>
    </dgm:pt>
    <dgm:pt modelId="{27BA01C2-98E5-4803-9942-2EB22C8D1A6A}" type="pres">
      <dgm:prSet presAssocID="{95E51281-1652-44E2-9097-9B3D71A487F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unti"/>
        </a:ext>
      </dgm:extLst>
    </dgm:pt>
    <dgm:pt modelId="{71E7B56C-30C8-4EFB-AD14-D0D35AFF606D}" type="pres">
      <dgm:prSet presAssocID="{95E51281-1652-44E2-9097-9B3D71A487F0}" presName="spaceRect" presStyleCnt="0"/>
      <dgm:spPr/>
    </dgm:pt>
    <dgm:pt modelId="{A626FEA0-C98C-4EC7-AC30-3D8EDA868419}" type="pres">
      <dgm:prSet presAssocID="{95E51281-1652-44E2-9097-9B3D71A487F0}" presName="parTx" presStyleLbl="revTx" presStyleIdx="0" presStyleCnt="5">
        <dgm:presLayoutVars>
          <dgm:chMax val="0"/>
          <dgm:chPref val="0"/>
        </dgm:presLayoutVars>
      </dgm:prSet>
      <dgm:spPr/>
    </dgm:pt>
    <dgm:pt modelId="{8D9A8322-364D-4FA1-B769-835387538BAC}" type="pres">
      <dgm:prSet presAssocID="{F5481F7A-B998-4965-A1AE-CDFB2CF60873}" presName="sibTrans" presStyleCnt="0"/>
      <dgm:spPr/>
    </dgm:pt>
    <dgm:pt modelId="{155949FF-BEEE-4326-9CB8-1DFCFE714434}" type="pres">
      <dgm:prSet presAssocID="{7F38ED4B-EA8A-43B9-B62C-14C2D0A99E83}" presName="compNode" presStyleCnt="0"/>
      <dgm:spPr/>
    </dgm:pt>
    <dgm:pt modelId="{82937733-D8B3-44F7-BC91-C7A234B40489}" type="pres">
      <dgm:prSet presAssocID="{7F38ED4B-EA8A-43B9-B62C-14C2D0A99E83}" presName="bgRect" presStyleLbl="bgShp" presStyleIdx="1" presStyleCnt="5"/>
      <dgm:spPr>
        <a:solidFill>
          <a:schemeClr val="accent3">
            <a:lumMod val="50000"/>
          </a:schemeClr>
        </a:solidFill>
      </dgm:spPr>
    </dgm:pt>
    <dgm:pt modelId="{634737C7-F89F-4074-9BB1-D540DEDE2215}" type="pres">
      <dgm:prSet presAssocID="{7F38ED4B-EA8A-43B9-B62C-14C2D0A99E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ndisi"/>
        </a:ext>
      </dgm:extLst>
    </dgm:pt>
    <dgm:pt modelId="{E3AD3840-1F26-4B12-9879-7E591D65A326}" type="pres">
      <dgm:prSet presAssocID="{7F38ED4B-EA8A-43B9-B62C-14C2D0A99E83}" presName="spaceRect" presStyleCnt="0"/>
      <dgm:spPr/>
    </dgm:pt>
    <dgm:pt modelId="{B55E76DF-6AC0-4FFE-9369-A26F24DC6D4D}" type="pres">
      <dgm:prSet presAssocID="{7F38ED4B-EA8A-43B9-B62C-14C2D0A99E83}" presName="parTx" presStyleLbl="revTx" presStyleIdx="1" presStyleCnt="5">
        <dgm:presLayoutVars>
          <dgm:chMax val="0"/>
          <dgm:chPref val="0"/>
        </dgm:presLayoutVars>
      </dgm:prSet>
      <dgm:spPr/>
    </dgm:pt>
    <dgm:pt modelId="{33D005EB-4EC8-4544-935A-B718FD0DE403}" type="pres">
      <dgm:prSet presAssocID="{263A50C3-D922-4BDC-9390-8EDEF7FBF8BE}" presName="sibTrans" presStyleCnt="0"/>
      <dgm:spPr/>
    </dgm:pt>
    <dgm:pt modelId="{BF8B4007-1223-4CB6-85F9-2DB2430835B7}" type="pres">
      <dgm:prSet presAssocID="{136D4092-95DA-4E3B-86D0-9330A0C0ECF2}" presName="compNode" presStyleCnt="0"/>
      <dgm:spPr/>
    </dgm:pt>
    <dgm:pt modelId="{B13A4D00-851E-4F79-BCF2-FE512B494D5E}" type="pres">
      <dgm:prSet presAssocID="{136D4092-95DA-4E3B-86D0-9330A0C0ECF2}" presName="bgRect" presStyleLbl="bgShp" presStyleIdx="2" presStyleCnt="5"/>
      <dgm:spPr/>
    </dgm:pt>
    <dgm:pt modelId="{2A9A3BF6-5FE9-4B1F-B5FA-B747D61BE075}" type="pres">
      <dgm:prSet presAssocID="{136D4092-95DA-4E3B-86D0-9330A0C0ECF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ita"/>
        </a:ext>
      </dgm:extLst>
    </dgm:pt>
    <dgm:pt modelId="{57F7DBBA-9244-414B-A224-36123D73A401}" type="pres">
      <dgm:prSet presAssocID="{136D4092-95DA-4E3B-86D0-9330A0C0ECF2}" presName="spaceRect" presStyleCnt="0"/>
      <dgm:spPr/>
    </dgm:pt>
    <dgm:pt modelId="{CA3E817B-BF60-4B1A-99BE-60D4060307FA}" type="pres">
      <dgm:prSet presAssocID="{136D4092-95DA-4E3B-86D0-9330A0C0ECF2}" presName="parTx" presStyleLbl="revTx" presStyleIdx="2" presStyleCnt="5">
        <dgm:presLayoutVars>
          <dgm:chMax val="0"/>
          <dgm:chPref val="0"/>
        </dgm:presLayoutVars>
      </dgm:prSet>
      <dgm:spPr/>
    </dgm:pt>
    <dgm:pt modelId="{2382EE63-E598-4EE9-853C-E7D54C94A361}" type="pres">
      <dgm:prSet presAssocID="{91239DCA-FEBE-46AD-8F09-F37FF37AC0B8}" presName="sibTrans" presStyleCnt="0"/>
      <dgm:spPr/>
    </dgm:pt>
    <dgm:pt modelId="{C19D4E60-6546-4E39-B5D1-C12D42AA4B59}" type="pres">
      <dgm:prSet presAssocID="{14C20E25-FA28-4812-ACB2-F55FCED2C2FE}" presName="compNode" presStyleCnt="0"/>
      <dgm:spPr/>
    </dgm:pt>
    <dgm:pt modelId="{8A14C563-3A6E-46C3-8A1D-AF0BEB7FE4E8}" type="pres">
      <dgm:prSet presAssocID="{14C20E25-FA28-4812-ACB2-F55FCED2C2FE}" presName="bgRect" presStyleLbl="bgShp" presStyleIdx="3" presStyleCnt="5"/>
      <dgm:spPr/>
    </dgm:pt>
    <dgm:pt modelId="{B1EAF99C-3D10-4D04-9D6B-EA9819548037}" type="pres">
      <dgm:prSet presAssocID="{14C20E25-FA28-4812-ACB2-F55FCED2C2F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irinto"/>
        </a:ext>
      </dgm:extLst>
    </dgm:pt>
    <dgm:pt modelId="{88097F2E-4E62-45A6-82D0-B7A3479DA7B2}" type="pres">
      <dgm:prSet presAssocID="{14C20E25-FA28-4812-ACB2-F55FCED2C2FE}" presName="spaceRect" presStyleCnt="0"/>
      <dgm:spPr/>
    </dgm:pt>
    <dgm:pt modelId="{8FF1C146-9F1B-4FC8-8784-96709C3F8D7E}" type="pres">
      <dgm:prSet presAssocID="{14C20E25-FA28-4812-ACB2-F55FCED2C2FE}" presName="parTx" presStyleLbl="revTx" presStyleIdx="3" presStyleCnt="5">
        <dgm:presLayoutVars>
          <dgm:chMax val="0"/>
          <dgm:chPref val="0"/>
        </dgm:presLayoutVars>
      </dgm:prSet>
      <dgm:spPr/>
    </dgm:pt>
    <dgm:pt modelId="{D5A3C7E4-D94A-4C17-97A2-1C9EDEB7A894}" type="pres">
      <dgm:prSet presAssocID="{5ABB0E9B-96A6-49FD-BF25-23B82F7A38E7}" presName="sibTrans" presStyleCnt="0"/>
      <dgm:spPr/>
    </dgm:pt>
    <dgm:pt modelId="{CB9A71F5-E085-4CE9-B73E-918C1CDFBEA9}" type="pres">
      <dgm:prSet presAssocID="{FB491328-D7C6-417E-AAA4-C4E13FB5794B}" presName="compNode" presStyleCnt="0"/>
      <dgm:spPr/>
    </dgm:pt>
    <dgm:pt modelId="{55676281-2A90-445C-9596-7D130D8FA211}" type="pres">
      <dgm:prSet presAssocID="{FB491328-D7C6-417E-AAA4-C4E13FB5794B}" presName="bgRect" presStyleLbl="bgShp" presStyleIdx="4" presStyleCnt="5"/>
      <dgm:spPr/>
    </dgm:pt>
    <dgm:pt modelId="{4EFB466E-3CAA-4869-9F5F-4F7383CE139B}" type="pres">
      <dgm:prSet presAssocID="{FB491328-D7C6-417E-AAA4-C4E13FB579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24FF83D-0EF5-4CEE-AEB7-900F6105D88C}" type="pres">
      <dgm:prSet presAssocID="{FB491328-D7C6-417E-AAA4-C4E13FB5794B}" presName="spaceRect" presStyleCnt="0"/>
      <dgm:spPr/>
    </dgm:pt>
    <dgm:pt modelId="{84FF14FB-13CA-4D63-8EAD-7ECEDCAA19D8}" type="pres">
      <dgm:prSet presAssocID="{FB491328-D7C6-417E-AAA4-C4E13FB5794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13B210B-10A3-4AC6-B5A5-DC0E906689E4}" srcId="{16FEC81C-E141-4331-8EE0-2CFC11C61C12}" destId="{14C20E25-FA28-4812-ACB2-F55FCED2C2FE}" srcOrd="3" destOrd="0" parTransId="{6BE942B4-2588-48C0-8993-E0DBF183E0EC}" sibTransId="{5ABB0E9B-96A6-49FD-BF25-23B82F7A38E7}"/>
    <dgm:cxn modelId="{F065F80E-FC8C-4DD6-A8B6-E1199E76A6D8}" type="presOf" srcId="{136D4092-95DA-4E3B-86D0-9330A0C0ECF2}" destId="{CA3E817B-BF60-4B1A-99BE-60D4060307FA}" srcOrd="0" destOrd="0" presId="urn:microsoft.com/office/officeart/2018/2/layout/IconVerticalSolidList"/>
    <dgm:cxn modelId="{D571500F-EFE5-4377-AE65-B8E7F4D07417}" type="presOf" srcId="{16FEC81C-E141-4331-8EE0-2CFC11C61C12}" destId="{DE098404-3459-4C2E-BAEA-9B3F1EE6BA10}" srcOrd="0" destOrd="0" presId="urn:microsoft.com/office/officeart/2018/2/layout/IconVerticalSolidList"/>
    <dgm:cxn modelId="{C2BB933D-735D-4AAE-9F53-7739A00C563C}" type="presOf" srcId="{7F38ED4B-EA8A-43B9-B62C-14C2D0A99E83}" destId="{B55E76DF-6AC0-4FFE-9369-A26F24DC6D4D}" srcOrd="0" destOrd="0" presId="urn:microsoft.com/office/officeart/2018/2/layout/IconVerticalSolidList"/>
    <dgm:cxn modelId="{AACE177F-B332-46C0-8679-F4FD1A69D972}" type="presOf" srcId="{95E51281-1652-44E2-9097-9B3D71A487F0}" destId="{A626FEA0-C98C-4EC7-AC30-3D8EDA868419}" srcOrd="0" destOrd="0" presId="urn:microsoft.com/office/officeart/2018/2/layout/IconVerticalSolidList"/>
    <dgm:cxn modelId="{9B2F429E-1F31-40E6-BAD8-ED0AF650C57C}" type="presOf" srcId="{FB491328-D7C6-417E-AAA4-C4E13FB5794B}" destId="{84FF14FB-13CA-4D63-8EAD-7ECEDCAA19D8}" srcOrd="0" destOrd="0" presId="urn:microsoft.com/office/officeart/2018/2/layout/IconVerticalSolidList"/>
    <dgm:cxn modelId="{1457C1A8-6196-4022-897B-D9BD19EBC0E4}" srcId="{16FEC81C-E141-4331-8EE0-2CFC11C61C12}" destId="{7F38ED4B-EA8A-43B9-B62C-14C2D0A99E83}" srcOrd="1" destOrd="0" parTransId="{1AD55C55-66E7-467E-AA6C-87C079DD9D85}" sibTransId="{263A50C3-D922-4BDC-9390-8EDEF7FBF8BE}"/>
    <dgm:cxn modelId="{F5C9E4B4-3428-4102-BCBC-DCF9C7A720DC}" srcId="{16FEC81C-E141-4331-8EE0-2CFC11C61C12}" destId="{FB491328-D7C6-417E-AAA4-C4E13FB5794B}" srcOrd="4" destOrd="0" parTransId="{1012C9BC-7739-4830-8A99-ED43C7C8793F}" sibTransId="{7B71D835-B612-4B35-975E-9DD86E3B1998}"/>
    <dgm:cxn modelId="{599E14BA-9D37-4F37-944F-6B7BFBD58BB5}" srcId="{16FEC81C-E141-4331-8EE0-2CFC11C61C12}" destId="{95E51281-1652-44E2-9097-9B3D71A487F0}" srcOrd="0" destOrd="0" parTransId="{3F06E68D-5D96-49B5-961A-1B51A6BE53AA}" sibTransId="{F5481F7A-B998-4965-A1AE-CDFB2CF60873}"/>
    <dgm:cxn modelId="{501FE5F7-A200-4D86-88D4-8C9E6CD50483}" type="presOf" srcId="{14C20E25-FA28-4812-ACB2-F55FCED2C2FE}" destId="{8FF1C146-9F1B-4FC8-8784-96709C3F8D7E}" srcOrd="0" destOrd="0" presId="urn:microsoft.com/office/officeart/2018/2/layout/IconVerticalSolidList"/>
    <dgm:cxn modelId="{375BFAFD-A856-460D-8471-2385FB66F09F}" srcId="{16FEC81C-E141-4331-8EE0-2CFC11C61C12}" destId="{136D4092-95DA-4E3B-86D0-9330A0C0ECF2}" srcOrd="2" destOrd="0" parTransId="{D44B9F7E-1FD6-4DF5-AEFE-CEDCFB31976D}" sibTransId="{91239DCA-FEBE-46AD-8F09-F37FF37AC0B8}"/>
    <dgm:cxn modelId="{9458D59E-E976-47DC-814B-0F48AC993382}" type="presParOf" srcId="{DE098404-3459-4C2E-BAEA-9B3F1EE6BA10}" destId="{C4CC6852-CFBD-4052-8685-8C5AE71392C5}" srcOrd="0" destOrd="0" presId="urn:microsoft.com/office/officeart/2018/2/layout/IconVerticalSolidList"/>
    <dgm:cxn modelId="{73C11658-3BCD-42F0-A461-E354C116EFDB}" type="presParOf" srcId="{C4CC6852-CFBD-4052-8685-8C5AE71392C5}" destId="{551D6E8C-E70F-4499-9BF6-BF87C7DC6509}" srcOrd="0" destOrd="0" presId="urn:microsoft.com/office/officeart/2018/2/layout/IconVerticalSolidList"/>
    <dgm:cxn modelId="{95111F4A-F9E1-4EE0-83AB-CE00D6306A60}" type="presParOf" srcId="{C4CC6852-CFBD-4052-8685-8C5AE71392C5}" destId="{27BA01C2-98E5-4803-9942-2EB22C8D1A6A}" srcOrd="1" destOrd="0" presId="urn:microsoft.com/office/officeart/2018/2/layout/IconVerticalSolidList"/>
    <dgm:cxn modelId="{4C654E1F-43B8-46B1-83A7-D9EB53127FB1}" type="presParOf" srcId="{C4CC6852-CFBD-4052-8685-8C5AE71392C5}" destId="{71E7B56C-30C8-4EFB-AD14-D0D35AFF606D}" srcOrd="2" destOrd="0" presId="urn:microsoft.com/office/officeart/2018/2/layout/IconVerticalSolidList"/>
    <dgm:cxn modelId="{429A3C68-895A-4472-9AFC-2E7A5DFA4258}" type="presParOf" srcId="{C4CC6852-CFBD-4052-8685-8C5AE71392C5}" destId="{A626FEA0-C98C-4EC7-AC30-3D8EDA868419}" srcOrd="3" destOrd="0" presId="urn:microsoft.com/office/officeart/2018/2/layout/IconVerticalSolidList"/>
    <dgm:cxn modelId="{DBFAAFDF-27E7-4C54-9DDC-7D748737926D}" type="presParOf" srcId="{DE098404-3459-4C2E-BAEA-9B3F1EE6BA10}" destId="{8D9A8322-364D-4FA1-B769-835387538BAC}" srcOrd="1" destOrd="0" presId="urn:microsoft.com/office/officeart/2018/2/layout/IconVerticalSolidList"/>
    <dgm:cxn modelId="{84AE6BF9-879B-47B2-B537-7E5872206A9D}" type="presParOf" srcId="{DE098404-3459-4C2E-BAEA-9B3F1EE6BA10}" destId="{155949FF-BEEE-4326-9CB8-1DFCFE714434}" srcOrd="2" destOrd="0" presId="urn:microsoft.com/office/officeart/2018/2/layout/IconVerticalSolidList"/>
    <dgm:cxn modelId="{41C72FA8-DCA8-4E43-82D2-3BF50F2F97C5}" type="presParOf" srcId="{155949FF-BEEE-4326-9CB8-1DFCFE714434}" destId="{82937733-D8B3-44F7-BC91-C7A234B40489}" srcOrd="0" destOrd="0" presId="urn:microsoft.com/office/officeart/2018/2/layout/IconVerticalSolidList"/>
    <dgm:cxn modelId="{228D44F6-A9C8-4DE8-9CEA-924FD389C7D9}" type="presParOf" srcId="{155949FF-BEEE-4326-9CB8-1DFCFE714434}" destId="{634737C7-F89F-4074-9BB1-D540DEDE2215}" srcOrd="1" destOrd="0" presId="urn:microsoft.com/office/officeart/2018/2/layout/IconVerticalSolidList"/>
    <dgm:cxn modelId="{E6E8CF85-D62C-422E-97FE-4F6CEC6FD9C3}" type="presParOf" srcId="{155949FF-BEEE-4326-9CB8-1DFCFE714434}" destId="{E3AD3840-1F26-4B12-9879-7E591D65A326}" srcOrd="2" destOrd="0" presId="urn:microsoft.com/office/officeart/2018/2/layout/IconVerticalSolidList"/>
    <dgm:cxn modelId="{38EE05F5-E686-4DE3-B00B-2FE8FDC1D560}" type="presParOf" srcId="{155949FF-BEEE-4326-9CB8-1DFCFE714434}" destId="{B55E76DF-6AC0-4FFE-9369-A26F24DC6D4D}" srcOrd="3" destOrd="0" presId="urn:microsoft.com/office/officeart/2018/2/layout/IconVerticalSolidList"/>
    <dgm:cxn modelId="{9E07991D-51D3-4FF8-9B86-B3A9A681F9E3}" type="presParOf" srcId="{DE098404-3459-4C2E-BAEA-9B3F1EE6BA10}" destId="{33D005EB-4EC8-4544-935A-B718FD0DE403}" srcOrd="3" destOrd="0" presId="urn:microsoft.com/office/officeart/2018/2/layout/IconVerticalSolidList"/>
    <dgm:cxn modelId="{45D8DE80-F47B-48B7-8A48-E0D7561149A9}" type="presParOf" srcId="{DE098404-3459-4C2E-BAEA-9B3F1EE6BA10}" destId="{BF8B4007-1223-4CB6-85F9-2DB2430835B7}" srcOrd="4" destOrd="0" presId="urn:microsoft.com/office/officeart/2018/2/layout/IconVerticalSolidList"/>
    <dgm:cxn modelId="{CE2F664C-BB71-478F-9B56-6F0B5CB8AAE4}" type="presParOf" srcId="{BF8B4007-1223-4CB6-85F9-2DB2430835B7}" destId="{B13A4D00-851E-4F79-BCF2-FE512B494D5E}" srcOrd="0" destOrd="0" presId="urn:microsoft.com/office/officeart/2018/2/layout/IconVerticalSolidList"/>
    <dgm:cxn modelId="{F2870878-FC6D-4CB7-B592-527E0293D8A5}" type="presParOf" srcId="{BF8B4007-1223-4CB6-85F9-2DB2430835B7}" destId="{2A9A3BF6-5FE9-4B1F-B5FA-B747D61BE075}" srcOrd="1" destOrd="0" presId="urn:microsoft.com/office/officeart/2018/2/layout/IconVerticalSolidList"/>
    <dgm:cxn modelId="{6D45D385-9B2D-4A9E-904B-04108C5657E9}" type="presParOf" srcId="{BF8B4007-1223-4CB6-85F9-2DB2430835B7}" destId="{57F7DBBA-9244-414B-A224-36123D73A401}" srcOrd="2" destOrd="0" presId="urn:microsoft.com/office/officeart/2018/2/layout/IconVerticalSolidList"/>
    <dgm:cxn modelId="{119CC510-F0A0-452A-BEB4-993A26688436}" type="presParOf" srcId="{BF8B4007-1223-4CB6-85F9-2DB2430835B7}" destId="{CA3E817B-BF60-4B1A-99BE-60D4060307FA}" srcOrd="3" destOrd="0" presId="urn:microsoft.com/office/officeart/2018/2/layout/IconVerticalSolidList"/>
    <dgm:cxn modelId="{E5B99E58-613C-4180-834F-A289B842BBD0}" type="presParOf" srcId="{DE098404-3459-4C2E-BAEA-9B3F1EE6BA10}" destId="{2382EE63-E598-4EE9-853C-E7D54C94A361}" srcOrd="5" destOrd="0" presId="urn:microsoft.com/office/officeart/2018/2/layout/IconVerticalSolidList"/>
    <dgm:cxn modelId="{C0F45FE1-967E-482F-8F0B-E1117F8CD01F}" type="presParOf" srcId="{DE098404-3459-4C2E-BAEA-9B3F1EE6BA10}" destId="{C19D4E60-6546-4E39-B5D1-C12D42AA4B59}" srcOrd="6" destOrd="0" presId="urn:microsoft.com/office/officeart/2018/2/layout/IconVerticalSolidList"/>
    <dgm:cxn modelId="{6CF7EA53-FA6D-4A90-B7DD-3EEBCCB68AAF}" type="presParOf" srcId="{C19D4E60-6546-4E39-B5D1-C12D42AA4B59}" destId="{8A14C563-3A6E-46C3-8A1D-AF0BEB7FE4E8}" srcOrd="0" destOrd="0" presId="urn:microsoft.com/office/officeart/2018/2/layout/IconVerticalSolidList"/>
    <dgm:cxn modelId="{D3F52F8E-88E3-45BA-BA77-EBC47675C653}" type="presParOf" srcId="{C19D4E60-6546-4E39-B5D1-C12D42AA4B59}" destId="{B1EAF99C-3D10-4D04-9D6B-EA9819548037}" srcOrd="1" destOrd="0" presId="urn:microsoft.com/office/officeart/2018/2/layout/IconVerticalSolidList"/>
    <dgm:cxn modelId="{3370973C-64C7-4622-A243-29E8737FBDB3}" type="presParOf" srcId="{C19D4E60-6546-4E39-B5D1-C12D42AA4B59}" destId="{88097F2E-4E62-45A6-82D0-B7A3479DA7B2}" srcOrd="2" destOrd="0" presId="urn:microsoft.com/office/officeart/2018/2/layout/IconVerticalSolidList"/>
    <dgm:cxn modelId="{64D784B4-DD97-4BBC-998B-7B1046471C36}" type="presParOf" srcId="{C19D4E60-6546-4E39-B5D1-C12D42AA4B59}" destId="{8FF1C146-9F1B-4FC8-8784-96709C3F8D7E}" srcOrd="3" destOrd="0" presId="urn:microsoft.com/office/officeart/2018/2/layout/IconVerticalSolidList"/>
    <dgm:cxn modelId="{ADD37258-B9F8-4AC6-8A1F-B3381381F619}" type="presParOf" srcId="{DE098404-3459-4C2E-BAEA-9B3F1EE6BA10}" destId="{D5A3C7E4-D94A-4C17-97A2-1C9EDEB7A894}" srcOrd="7" destOrd="0" presId="urn:microsoft.com/office/officeart/2018/2/layout/IconVerticalSolidList"/>
    <dgm:cxn modelId="{726CFB06-4731-48F2-BAE3-7EBB7EC3C784}" type="presParOf" srcId="{DE098404-3459-4C2E-BAEA-9B3F1EE6BA10}" destId="{CB9A71F5-E085-4CE9-B73E-918C1CDFBEA9}" srcOrd="8" destOrd="0" presId="urn:microsoft.com/office/officeart/2018/2/layout/IconVerticalSolidList"/>
    <dgm:cxn modelId="{F5C14283-81B8-46B2-9CF5-C2122771B627}" type="presParOf" srcId="{CB9A71F5-E085-4CE9-B73E-918C1CDFBEA9}" destId="{55676281-2A90-445C-9596-7D130D8FA211}" srcOrd="0" destOrd="0" presId="urn:microsoft.com/office/officeart/2018/2/layout/IconVerticalSolidList"/>
    <dgm:cxn modelId="{FB3EC2CA-EBA0-431D-95DF-179D0264B9EB}" type="presParOf" srcId="{CB9A71F5-E085-4CE9-B73E-918C1CDFBEA9}" destId="{4EFB466E-3CAA-4869-9F5F-4F7383CE139B}" srcOrd="1" destOrd="0" presId="urn:microsoft.com/office/officeart/2018/2/layout/IconVerticalSolidList"/>
    <dgm:cxn modelId="{E7AD3A2D-B541-4FB0-8036-C49A44AE9E50}" type="presParOf" srcId="{CB9A71F5-E085-4CE9-B73E-918C1CDFBEA9}" destId="{624FF83D-0EF5-4CEE-AEB7-900F6105D88C}" srcOrd="2" destOrd="0" presId="urn:microsoft.com/office/officeart/2018/2/layout/IconVerticalSolidList"/>
    <dgm:cxn modelId="{3A607EB8-73B7-4B1C-8CDB-92CFFA50CA8A}" type="presParOf" srcId="{CB9A71F5-E085-4CE9-B73E-918C1CDFBEA9}" destId="{84FF14FB-13CA-4D63-8EAD-7ECEDCAA19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5E42AD-E61A-4093-8F47-A866AB5FBA9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FDF5AB-E5EC-4DFA-A5BF-8A8C6F36CBC4}">
      <dgm:prSet/>
      <dgm:spPr/>
      <dgm:t>
        <a:bodyPr/>
        <a:lstStyle/>
        <a:p>
          <a:r>
            <a:rPr lang="en-US"/>
            <a:t>Lavoro a coppie o piccoli gruppi</a:t>
          </a:r>
        </a:p>
      </dgm:t>
    </dgm:pt>
    <dgm:pt modelId="{01D94289-5695-4B52-88B4-0E5C52A9B4FC}" type="parTrans" cxnId="{4F85BD6A-195C-41E1-AC76-D9382709FF7B}">
      <dgm:prSet/>
      <dgm:spPr/>
      <dgm:t>
        <a:bodyPr/>
        <a:lstStyle/>
        <a:p>
          <a:endParaRPr lang="en-US"/>
        </a:p>
      </dgm:t>
    </dgm:pt>
    <dgm:pt modelId="{055FDED6-583C-4A3B-82FC-45FDA91B2A23}" type="sibTrans" cxnId="{4F85BD6A-195C-41E1-AC76-D9382709FF7B}">
      <dgm:prSet/>
      <dgm:spPr/>
      <dgm:t>
        <a:bodyPr/>
        <a:lstStyle/>
        <a:p>
          <a:endParaRPr lang="en-US"/>
        </a:p>
      </dgm:t>
    </dgm:pt>
    <dgm:pt modelId="{EA7AC515-58B6-4554-9014-42854CD45373}">
      <dgm:prSet/>
      <dgm:spPr/>
      <dgm:t>
        <a:bodyPr/>
        <a:lstStyle/>
        <a:p>
          <a:r>
            <a:rPr lang="en-US"/>
            <a:t>Ogni gruppo riceve un set di appunti grezzi di una riunione (es. Servizi agli Studenti, Segreteria, ICT, HR)</a:t>
          </a:r>
        </a:p>
      </dgm:t>
    </dgm:pt>
    <dgm:pt modelId="{7A9B9ABE-9A9F-4DA4-ACE6-DCE2133912FB}" type="parTrans" cxnId="{BB1196AC-D5A9-4102-A42A-71A409E26467}">
      <dgm:prSet/>
      <dgm:spPr/>
      <dgm:t>
        <a:bodyPr/>
        <a:lstStyle/>
        <a:p>
          <a:endParaRPr lang="en-US"/>
        </a:p>
      </dgm:t>
    </dgm:pt>
    <dgm:pt modelId="{69908DC3-0346-408C-8811-43A3725A9ACE}" type="sibTrans" cxnId="{BB1196AC-D5A9-4102-A42A-71A409E26467}">
      <dgm:prSet/>
      <dgm:spPr/>
      <dgm:t>
        <a:bodyPr/>
        <a:lstStyle/>
        <a:p>
          <a:endParaRPr lang="en-US"/>
        </a:p>
      </dgm:t>
    </dgm:pt>
    <dgm:pt modelId="{04AB0B68-689B-4372-9BFC-73626EE43468}">
      <dgm:prSet/>
      <dgm:spPr/>
      <dgm:t>
        <a:bodyPr/>
        <a:lstStyle/>
        <a:p>
          <a:r>
            <a:rPr lang="en-US"/>
            <a:t>Compito 1: scrivere un prompt adatto per trasformare gli appunti in un verbale formale</a:t>
          </a:r>
        </a:p>
      </dgm:t>
    </dgm:pt>
    <dgm:pt modelId="{0DD345CF-F009-4D3B-868D-4F7368A4CC59}" type="parTrans" cxnId="{A7E472CE-BC15-4953-A6DD-47660F61D4D4}">
      <dgm:prSet/>
      <dgm:spPr/>
      <dgm:t>
        <a:bodyPr/>
        <a:lstStyle/>
        <a:p>
          <a:endParaRPr lang="en-US"/>
        </a:p>
      </dgm:t>
    </dgm:pt>
    <dgm:pt modelId="{100952AE-1808-4237-8E1F-D6D46DAF4D5F}" type="sibTrans" cxnId="{A7E472CE-BC15-4953-A6DD-47660F61D4D4}">
      <dgm:prSet/>
      <dgm:spPr/>
      <dgm:t>
        <a:bodyPr/>
        <a:lstStyle/>
        <a:p>
          <a:endParaRPr lang="en-US"/>
        </a:p>
      </dgm:t>
    </dgm:pt>
    <dgm:pt modelId="{72D7E32F-06F2-48B9-9510-DF105979D50E}">
      <dgm:prSet/>
      <dgm:spPr/>
      <dgm:t>
        <a:bodyPr/>
        <a:lstStyle/>
        <a:p>
          <a:r>
            <a:rPr lang="en-US"/>
            <a:t>Compito 2: usare l’IA per generare la prima bozza di verbale</a:t>
          </a:r>
        </a:p>
      </dgm:t>
    </dgm:pt>
    <dgm:pt modelId="{4F9E1C1D-2F50-437E-83FE-6442AD88DBF4}" type="parTrans" cxnId="{A89F7068-2EF4-4542-970A-045E3A977BA3}">
      <dgm:prSet/>
      <dgm:spPr/>
      <dgm:t>
        <a:bodyPr/>
        <a:lstStyle/>
        <a:p>
          <a:endParaRPr lang="en-US"/>
        </a:p>
      </dgm:t>
    </dgm:pt>
    <dgm:pt modelId="{5E54499A-8807-4E99-819E-16757B8697C7}" type="sibTrans" cxnId="{A89F7068-2EF4-4542-970A-045E3A977BA3}">
      <dgm:prSet/>
      <dgm:spPr/>
      <dgm:t>
        <a:bodyPr/>
        <a:lstStyle/>
        <a:p>
          <a:endParaRPr lang="en-US"/>
        </a:p>
      </dgm:t>
    </dgm:pt>
    <dgm:pt modelId="{99A2C65D-4AD3-4183-8F78-73A07B2050A9}">
      <dgm:prSet/>
      <dgm:spPr/>
      <dgm:t>
        <a:bodyPr/>
        <a:lstStyle/>
        <a:p>
          <a:r>
            <a:rPr lang="en-US"/>
            <a:t>Compito 3: revisionare la bozza (correzioni, integrazioni, controllo di coerenza)</a:t>
          </a:r>
        </a:p>
      </dgm:t>
    </dgm:pt>
    <dgm:pt modelId="{281BBAD1-19BA-48B2-BEC9-FAD55342F20D}" type="parTrans" cxnId="{80BAD1F3-49AC-4EE7-A25B-7C17C67237C1}">
      <dgm:prSet/>
      <dgm:spPr/>
      <dgm:t>
        <a:bodyPr/>
        <a:lstStyle/>
        <a:p>
          <a:endParaRPr lang="en-US"/>
        </a:p>
      </dgm:t>
    </dgm:pt>
    <dgm:pt modelId="{D10B02F0-17E4-46C3-B5C5-69A1ED8AF345}" type="sibTrans" cxnId="{80BAD1F3-49AC-4EE7-A25B-7C17C67237C1}">
      <dgm:prSet/>
      <dgm:spPr/>
      <dgm:t>
        <a:bodyPr/>
        <a:lstStyle/>
        <a:p>
          <a:endParaRPr lang="en-US"/>
        </a:p>
      </dgm:t>
    </dgm:pt>
    <dgm:pt modelId="{96004774-29AA-4EA8-91C0-4734DE418454}" type="pres">
      <dgm:prSet presAssocID="{9B5E42AD-E61A-4093-8F47-A866AB5FBA94}" presName="vert0" presStyleCnt="0">
        <dgm:presLayoutVars>
          <dgm:dir/>
          <dgm:animOne val="branch"/>
          <dgm:animLvl val="lvl"/>
        </dgm:presLayoutVars>
      </dgm:prSet>
      <dgm:spPr/>
    </dgm:pt>
    <dgm:pt modelId="{E13EE3D3-2003-424F-AECF-DB64D984E97F}" type="pres">
      <dgm:prSet presAssocID="{F9FDF5AB-E5EC-4DFA-A5BF-8A8C6F36CBC4}" presName="thickLine" presStyleLbl="alignNode1" presStyleIdx="0" presStyleCnt="5"/>
      <dgm:spPr/>
    </dgm:pt>
    <dgm:pt modelId="{BE9330C0-57EE-4873-8E9D-DA97CFD28F2F}" type="pres">
      <dgm:prSet presAssocID="{F9FDF5AB-E5EC-4DFA-A5BF-8A8C6F36CBC4}" presName="horz1" presStyleCnt="0"/>
      <dgm:spPr/>
    </dgm:pt>
    <dgm:pt modelId="{15ABE9F6-33CF-458C-A6F8-3032B08BF285}" type="pres">
      <dgm:prSet presAssocID="{F9FDF5AB-E5EC-4DFA-A5BF-8A8C6F36CBC4}" presName="tx1" presStyleLbl="revTx" presStyleIdx="0" presStyleCnt="5"/>
      <dgm:spPr/>
    </dgm:pt>
    <dgm:pt modelId="{AB7F8C41-3DFB-489A-B66C-195C2984500F}" type="pres">
      <dgm:prSet presAssocID="{F9FDF5AB-E5EC-4DFA-A5BF-8A8C6F36CBC4}" presName="vert1" presStyleCnt="0"/>
      <dgm:spPr/>
    </dgm:pt>
    <dgm:pt modelId="{325EE1E9-913B-4765-9AE6-1E9FE3ED454B}" type="pres">
      <dgm:prSet presAssocID="{EA7AC515-58B6-4554-9014-42854CD45373}" presName="thickLine" presStyleLbl="alignNode1" presStyleIdx="1" presStyleCnt="5"/>
      <dgm:spPr/>
    </dgm:pt>
    <dgm:pt modelId="{37EF0C24-CEF0-434C-9BB1-F8114B3B2D56}" type="pres">
      <dgm:prSet presAssocID="{EA7AC515-58B6-4554-9014-42854CD45373}" presName="horz1" presStyleCnt="0"/>
      <dgm:spPr/>
    </dgm:pt>
    <dgm:pt modelId="{B0223E3C-570B-4880-B4CC-B63B4D2C105F}" type="pres">
      <dgm:prSet presAssocID="{EA7AC515-58B6-4554-9014-42854CD45373}" presName="tx1" presStyleLbl="revTx" presStyleIdx="1" presStyleCnt="5"/>
      <dgm:spPr/>
    </dgm:pt>
    <dgm:pt modelId="{B3FACCF0-F5B1-472D-BF85-22EBB9916137}" type="pres">
      <dgm:prSet presAssocID="{EA7AC515-58B6-4554-9014-42854CD45373}" presName="vert1" presStyleCnt="0"/>
      <dgm:spPr/>
    </dgm:pt>
    <dgm:pt modelId="{A99ABF65-160B-4966-B010-71180F66F4AE}" type="pres">
      <dgm:prSet presAssocID="{04AB0B68-689B-4372-9BFC-73626EE43468}" presName="thickLine" presStyleLbl="alignNode1" presStyleIdx="2" presStyleCnt="5"/>
      <dgm:spPr/>
    </dgm:pt>
    <dgm:pt modelId="{339397FE-ED31-4F5C-8CF9-EB6D7859B337}" type="pres">
      <dgm:prSet presAssocID="{04AB0B68-689B-4372-9BFC-73626EE43468}" presName="horz1" presStyleCnt="0"/>
      <dgm:spPr/>
    </dgm:pt>
    <dgm:pt modelId="{770A30AB-B8A5-476F-8C36-9C71607AAAD0}" type="pres">
      <dgm:prSet presAssocID="{04AB0B68-689B-4372-9BFC-73626EE43468}" presName="tx1" presStyleLbl="revTx" presStyleIdx="2" presStyleCnt="5"/>
      <dgm:spPr/>
    </dgm:pt>
    <dgm:pt modelId="{1FC72D6C-43FF-439E-9E71-BE59F773A1AD}" type="pres">
      <dgm:prSet presAssocID="{04AB0B68-689B-4372-9BFC-73626EE43468}" presName="vert1" presStyleCnt="0"/>
      <dgm:spPr/>
    </dgm:pt>
    <dgm:pt modelId="{CB405473-2112-47E4-8C6E-301039B294A6}" type="pres">
      <dgm:prSet presAssocID="{72D7E32F-06F2-48B9-9510-DF105979D50E}" presName="thickLine" presStyleLbl="alignNode1" presStyleIdx="3" presStyleCnt="5"/>
      <dgm:spPr/>
    </dgm:pt>
    <dgm:pt modelId="{4075BF07-D9D6-4303-B1A1-C4B91FA604BC}" type="pres">
      <dgm:prSet presAssocID="{72D7E32F-06F2-48B9-9510-DF105979D50E}" presName="horz1" presStyleCnt="0"/>
      <dgm:spPr/>
    </dgm:pt>
    <dgm:pt modelId="{42BE98F8-F1AF-46BB-81D9-42953F882A3E}" type="pres">
      <dgm:prSet presAssocID="{72D7E32F-06F2-48B9-9510-DF105979D50E}" presName="tx1" presStyleLbl="revTx" presStyleIdx="3" presStyleCnt="5"/>
      <dgm:spPr/>
    </dgm:pt>
    <dgm:pt modelId="{56847E0E-7BAB-426C-9F14-95A8BBE3AED6}" type="pres">
      <dgm:prSet presAssocID="{72D7E32F-06F2-48B9-9510-DF105979D50E}" presName="vert1" presStyleCnt="0"/>
      <dgm:spPr/>
    </dgm:pt>
    <dgm:pt modelId="{1B9D0395-61E7-42B0-8D3C-7C65AB454CBF}" type="pres">
      <dgm:prSet presAssocID="{99A2C65D-4AD3-4183-8F78-73A07B2050A9}" presName="thickLine" presStyleLbl="alignNode1" presStyleIdx="4" presStyleCnt="5"/>
      <dgm:spPr/>
    </dgm:pt>
    <dgm:pt modelId="{13A2F0EC-C4EC-4CA8-9CEE-2399C359354E}" type="pres">
      <dgm:prSet presAssocID="{99A2C65D-4AD3-4183-8F78-73A07B2050A9}" presName="horz1" presStyleCnt="0"/>
      <dgm:spPr/>
    </dgm:pt>
    <dgm:pt modelId="{3EC42150-A83D-4E1B-864B-D9F7FED25D6A}" type="pres">
      <dgm:prSet presAssocID="{99A2C65D-4AD3-4183-8F78-73A07B2050A9}" presName="tx1" presStyleLbl="revTx" presStyleIdx="4" presStyleCnt="5"/>
      <dgm:spPr/>
    </dgm:pt>
    <dgm:pt modelId="{9E4A0800-2CE4-4090-815A-3EFD742B47A9}" type="pres">
      <dgm:prSet presAssocID="{99A2C65D-4AD3-4183-8F78-73A07B2050A9}" presName="vert1" presStyleCnt="0"/>
      <dgm:spPr/>
    </dgm:pt>
  </dgm:ptLst>
  <dgm:cxnLst>
    <dgm:cxn modelId="{64CA2722-9EFA-4A7C-813D-F4FFFE69EABC}" type="presOf" srcId="{F9FDF5AB-E5EC-4DFA-A5BF-8A8C6F36CBC4}" destId="{15ABE9F6-33CF-458C-A6F8-3032B08BF285}" srcOrd="0" destOrd="0" presId="urn:microsoft.com/office/officeart/2008/layout/LinedList"/>
    <dgm:cxn modelId="{ACA53C5B-BB42-44CB-A807-C95DCD9F20F4}" type="presOf" srcId="{EA7AC515-58B6-4554-9014-42854CD45373}" destId="{B0223E3C-570B-4880-B4CC-B63B4D2C105F}" srcOrd="0" destOrd="0" presId="urn:microsoft.com/office/officeart/2008/layout/LinedList"/>
    <dgm:cxn modelId="{A89F7068-2EF4-4542-970A-045E3A977BA3}" srcId="{9B5E42AD-E61A-4093-8F47-A866AB5FBA94}" destId="{72D7E32F-06F2-48B9-9510-DF105979D50E}" srcOrd="3" destOrd="0" parTransId="{4F9E1C1D-2F50-437E-83FE-6442AD88DBF4}" sibTransId="{5E54499A-8807-4E99-819E-16757B8697C7}"/>
    <dgm:cxn modelId="{4F85BD6A-195C-41E1-AC76-D9382709FF7B}" srcId="{9B5E42AD-E61A-4093-8F47-A866AB5FBA94}" destId="{F9FDF5AB-E5EC-4DFA-A5BF-8A8C6F36CBC4}" srcOrd="0" destOrd="0" parTransId="{01D94289-5695-4B52-88B4-0E5C52A9B4FC}" sibTransId="{055FDED6-583C-4A3B-82FC-45FDA91B2A23}"/>
    <dgm:cxn modelId="{BC5ABC75-9CF2-4358-8661-07FDADEEA58D}" type="presOf" srcId="{04AB0B68-689B-4372-9BFC-73626EE43468}" destId="{770A30AB-B8A5-476F-8C36-9C71607AAAD0}" srcOrd="0" destOrd="0" presId="urn:microsoft.com/office/officeart/2008/layout/LinedList"/>
    <dgm:cxn modelId="{66D3B199-C8BA-40F9-80BE-944F32DD8DBA}" type="presOf" srcId="{72D7E32F-06F2-48B9-9510-DF105979D50E}" destId="{42BE98F8-F1AF-46BB-81D9-42953F882A3E}" srcOrd="0" destOrd="0" presId="urn:microsoft.com/office/officeart/2008/layout/LinedList"/>
    <dgm:cxn modelId="{BB1196AC-D5A9-4102-A42A-71A409E26467}" srcId="{9B5E42AD-E61A-4093-8F47-A866AB5FBA94}" destId="{EA7AC515-58B6-4554-9014-42854CD45373}" srcOrd="1" destOrd="0" parTransId="{7A9B9ABE-9A9F-4DA4-ACE6-DCE2133912FB}" sibTransId="{69908DC3-0346-408C-8811-43A3725A9ACE}"/>
    <dgm:cxn modelId="{422BDDC4-13A0-47C9-9649-C6AF39C84760}" type="presOf" srcId="{9B5E42AD-E61A-4093-8F47-A866AB5FBA94}" destId="{96004774-29AA-4EA8-91C0-4734DE418454}" srcOrd="0" destOrd="0" presId="urn:microsoft.com/office/officeart/2008/layout/LinedList"/>
    <dgm:cxn modelId="{A7E472CE-BC15-4953-A6DD-47660F61D4D4}" srcId="{9B5E42AD-E61A-4093-8F47-A866AB5FBA94}" destId="{04AB0B68-689B-4372-9BFC-73626EE43468}" srcOrd="2" destOrd="0" parTransId="{0DD345CF-F009-4D3B-868D-4F7368A4CC59}" sibTransId="{100952AE-1808-4237-8E1F-D6D46DAF4D5F}"/>
    <dgm:cxn modelId="{4B2FEBDA-DDF4-42E5-A3B5-9BF5E1F49944}" type="presOf" srcId="{99A2C65D-4AD3-4183-8F78-73A07B2050A9}" destId="{3EC42150-A83D-4E1B-864B-D9F7FED25D6A}" srcOrd="0" destOrd="0" presId="urn:microsoft.com/office/officeart/2008/layout/LinedList"/>
    <dgm:cxn modelId="{80BAD1F3-49AC-4EE7-A25B-7C17C67237C1}" srcId="{9B5E42AD-E61A-4093-8F47-A866AB5FBA94}" destId="{99A2C65D-4AD3-4183-8F78-73A07B2050A9}" srcOrd="4" destOrd="0" parTransId="{281BBAD1-19BA-48B2-BEC9-FAD55342F20D}" sibTransId="{D10B02F0-17E4-46C3-B5C5-69A1ED8AF345}"/>
    <dgm:cxn modelId="{7422EE0B-8A66-4AE5-8AB6-86FB17E9626F}" type="presParOf" srcId="{96004774-29AA-4EA8-91C0-4734DE418454}" destId="{E13EE3D3-2003-424F-AECF-DB64D984E97F}" srcOrd="0" destOrd="0" presId="urn:microsoft.com/office/officeart/2008/layout/LinedList"/>
    <dgm:cxn modelId="{970F4FB6-2503-42FD-8172-96CD0F143E13}" type="presParOf" srcId="{96004774-29AA-4EA8-91C0-4734DE418454}" destId="{BE9330C0-57EE-4873-8E9D-DA97CFD28F2F}" srcOrd="1" destOrd="0" presId="urn:microsoft.com/office/officeart/2008/layout/LinedList"/>
    <dgm:cxn modelId="{73A2506A-AC85-4EE3-833D-1188422F606B}" type="presParOf" srcId="{BE9330C0-57EE-4873-8E9D-DA97CFD28F2F}" destId="{15ABE9F6-33CF-458C-A6F8-3032B08BF285}" srcOrd="0" destOrd="0" presId="urn:microsoft.com/office/officeart/2008/layout/LinedList"/>
    <dgm:cxn modelId="{3343494C-9817-4CC5-A033-87EDEFCBEBAE}" type="presParOf" srcId="{BE9330C0-57EE-4873-8E9D-DA97CFD28F2F}" destId="{AB7F8C41-3DFB-489A-B66C-195C2984500F}" srcOrd="1" destOrd="0" presId="urn:microsoft.com/office/officeart/2008/layout/LinedList"/>
    <dgm:cxn modelId="{49A8C9BC-2C5D-4C1C-ABE9-04BA60184245}" type="presParOf" srcId="{96004774-29AA-4EA8-91C0-4734DE418454}" destId="{325EE1E9-913B-4765-9AE6-1E9FE3ED454B}" srcOrd="2" destOrd="0" presId="urn:microsoft.com/office/officeart/2008/layout/LinedList"/>
    <dgm:cxn modelId="{7606C9DF-43E9-4CD3-A01A-A061DC473244}" type="presParOf" srcId="{96004774-29AA-4EA8-91C0-4734DE418454}" destId="{37EF0C24-CEF0-434C-9BB1-F8114B3B2D56}" srcOrd="3" destOrd="0" presId="urn:microsoft.com/office/officeart/2008/layout/LinedList"/>
    <dgm:cxn modelId="{F57BA70E-61E6-49D1-9C8F-54E5BBF37A6E}" type="presParOf" srcId="{37EF0C24-CEF0-434C-9BB1-F8114B3B2D56}" destId="{B0223E3C-570B-4880-B4CC-B63B4D2C105F}" srcOrd="0" destOrd="0" presId="urn:microsoft.com/office/officeart/2008/layout/LinedList"/>
    <dgm:cxn modelId="{3F6A2429-70F1-4C40-83EF-E4304E401FF6}" type="presParOf" srcId="{37EF0C24-CEF0-434C-9BB1-F8114B3B2D56}" destId="{B3FACCF0-F5B1-472D-BF85-22EBB9916137}" srcOrd="1" destOrd="0" presId="urn:microsoft.com/office/officeart/2008/layout/LinedList"/>
    <dgm:cxn modelId="{13E1C9D3-BFEB-4E8C-8C9A-B7E1C2A1BC37}" type="presParOf" srcId="{96004774-29AA-4EA8-91C0-4734DE418454}" destId="{A99ABF65-160B-4966-B010-71180F66F4AE}" srcOrd="4" destOrd="0" presId="urn:microsoft.com/office/officeart/2008/layout/LinedList"/>
    <dgm:cxn modelId="{70F39ADE-9DA3-476C-81FA-BA103E270C0F}" type="presParOf" srcId="{96004774-29AA-4EA8-91C0-4734DE418454}" destId="{339397FE-ED31-4F5C-8CF9-EB6D7859B337}" srcOrd="5" destOrd="0" presId="urn:microsoft.com/office/officeart/2008/layout/LinedList"/>
    <dgm:cxn modelId="{C17C03F2-CC19-4310-8ADF-D1F2E7414B1C}" type="presParOf" srcId="{339397FE-ED31-4F5C-8CF9-EB6D7859B337}" destId="{770A30AB-B8A5-476F-8C36-9C71607AAAD0}" srcOrd="0" destOrd="0" presId="urn:microsoft.com/office/officeart/2008/layout/LinedList"/>
    <dgm:cxn modelId="{8ACDF320-56AD-4FDA-877A-E7778BB19625}" type="presParOf" srcId="{339397FE-ED31-4F5C-8CF9-EB6D7859B337}" destId="{1FC72D6C-43FF-439E-9E71-BE59F773A1AD}" srcOrd="1" destOrd="0" presId="urn:microsoft.com/office/officeart/2008/layout/LinedList"/>
    <dgm:cxn modelId="{626D0C4B-A115-4030-8A27-C86C35F1DFF1}" type="presParOf" srcId="{96004774-29AA-4EA8-91C0-4734DE418454}" destId="{CB405473-2112-47E4-8C6E-301039B294A6}" srcOrd="6" destOrd="0" presId="urn:microsoft.com/office/officeart/2008/layout/LinedList"/>
    <dgm:cxn modelId="{0DEA41E4-096A-4D51-881A-7B4CFF1918FD}" type="presParOf" srcId="{96004774-29AA-4EA8-91C0-4734DE418454}" destId="{4075BF07-D9D6-4303-B1A1-C4B91FA604BC}" srcOrd="7" destOrd="0" presId="urn:microsoft.com/office/officeart/2008/layout/LinedList"/>
    <dgm:cxn modelId="{CD1AF365-BBCB-4E25-9E32-40D28BAD0DBC}" type="presParOf" srcId="{4075BF07-D9D6-4303-B1A1-C4B91FA604BC}" destId="{42BE98F8-F1AF-46BB-81D9-42953F882A3E}" srcOrd="0" destOrd="0" presId="urn:microsoft.com/office/officeart/2008/layout/LinedList"/>
    <dgm:cxn modelId="{9D2D50B7-0DBE-4B00-96FA-EFCB025F4E6A}" type="presParOf" srcId="{4075BF07-D9D6-4303-B1A1-C4B91FA604BC}" destId="{56847E0E-7BAB-426C-9F14-95A8BBE3AED6}" srcOrd="1" destOrd="0" presId="urn:microsoft.com/office/officeart/2008/layout/LinedList"/>
    <dgm:cxn modelId="{1151988A-655F-4A1E-8470-109359C288A3}" type="presParOf" srcId="{96004774-29AA-4EA8-91C0-4734DE418454}" destId="{1B9D0395-61E7-42B0-8D3C-7C65AB454CBF}" srcOrd="8" destOrd="0" presId="urn:microsoft.com/office/officeart/2008/layout/LinedList"/>
    <dgm:cxn modelId="{62D11BFB-6E51-453C-8DBD-58AEE503BD6C}" type="presParOf" srcId="{96004774-29AA-4EA8-91C0-4734DE418454}" destId="{13A2F0EC-C4EC-4CA8-9CEE-2399C359354E}" srcOrd="9" destOrd="0" presId="urn:microsoft.com/office/officeart/2008/layout/LinedList"/>
    <dgm:cxn modelId="{87D0E00A-9E21-4656-87E2-E713DD92F576}" type="presParOf" srcId="{13A2F0EC-C4EC-4CA8-9CEE-2399C359354E}" destId="{3EC42150-A83D-4E1B-864B-D9F7FED25D6A}" srcOrd="0" destOrd="0" presId="urn:microsoft.com/office/officeart/2008/layout/LinedList"/>
    <dgm:cxn modelId="{1B9E23D9-83CF-4550-A530-664D978A9698}" type="presParOf" srcId="{13A2F0EC-C4EC-4CA8-9CEE-2399C359354E}" destId="{9E4A0800-2CE4-4090-815A-3EFD742B47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59267-8C2F-4C42-872C-B5A0BF7575A5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D44EF4-E223-455E-B7E0-1B28D4B1A630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688A8-A5BB-4FF2-9092-F87BB4003E21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Ruolo: chiedere al modello di agire come segretario verbalizzante di una riunione dei Servizi agli Studenti</a:t>
          </a:r>
        </a:p>
      </dsp:txBody>
      <dsp:txXfrm>
        <a:off x="869886" y="3535"/>
        <a:ext cx="7359713" cy="753148"/>
      </dsp:txXfrm>
    </dsp:sp>
    <dsp:sp modelId="{5C32C8A8-27C9-4700-BCD0-8F6E1AC0A14C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7456B-81D7-4253-BA65-A6D9753D5499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5540A-1458-481A-A137-5C9B1764D8B6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Input: appunti grezzi della riunione (data, partecipanti, punti discussione, decisioni)</a:t>
          </a:r>
        </a:p>
      </dsp:txBody>
      <dsp:txXfrm>
        <a:off x="869886" y="944971"/>
        <a:ext cx="7359713" cy="753148"/>
      </dsp:txXfrm>
    </dsp:sp>
    <dsp:sp modelId="{F78516DD-B87C-4F2C-AF1B-37C54B5354B3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557EA1-257A-4111-9E5C-B80194FA37D0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57B2A-14F4-4DC0-8CFB-27501E685205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Output richiesto: verbale formale con sezioni: Data/ora/modalità, Partecipanti, Ordine del giorno, Svolgimento punto per punto, Decisioni e azioni</a:t>
          </a:r>
        </a:p>
      </dsp:txBody>
      <dsp:txXfrm>
        <a:off x="869886" y="1886407"/>
        <a:ext cx="7359713" cy="753148"/>
      </dsp:txXfrm>
    </dsp:sp>
    <dsp:sp modelId="{C1F35887-955A-47E5-9BA2-CAFAC322F3B5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25B79-715C-4C9D-AF66-EB1E5174434C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8FB14-1464-438F-8102-43634B73AB9E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Stile: linguaggio chiaro, neutro, amministrativo</a:t>
          </a:r>
        </a:p>
      </dsp:txBody>
      <dsp:txXfrm>
        <a:off x="869886" y="2827842"/>
        <a:ext cx="7359713" cy="753148"/>
      </dsp:txXfrm>
    </dsp:sp>
    <dsp:sp modelId="{5605E57D-7489-4E48-B313-2F53EA28E3FD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CB802-A7EA-41DE-BD3D-6FFCD43BED29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974B4-1C7E-4795-8572-C6861ED55B3C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Vincoli: non inventare informazioni non presenti negli appunti; non inserire dati personali non forniti</a:t>
          </a:r>
        </a:p>
      </dsp:txBody>
      <dsp:txXfrm>
        <a:off x="869886" y="3769278"/>
        <a:ext cx="7359713" cy="753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D6E8C-E70F-4499-9BF6-BF87C7DC6509}">
      <dsp:nvSpPr>
        <dsp:cNvPr id="0" name=""/>
        <dsp:cNvSpPr/>
      </dsp:nvSpPr>
      <dsp:spPr>
        <a:xfrm>
          <a:off x="0" y="5528"/>
          <a:ext cx="7886700" cy="7024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01C2-98E5-4803-9942-2EB22C8D1A6A}">
      <dsp:nvSpPr>
        <dsp:cNvPr id="0" name=""/>
        <dsp:cNvSpPr/>
      </dsp:nvSpPr>
      <dsp:spPr>
        <a:xfrm>
          <a:off x="212493" y="163582"/>
          <a:ext cx="386730" cy="3863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6FEA0-C98C-4EC7-AC30-3D8EDA868419}">
      <dsp:nvSpPr>
        <dsp:cNvPr id="0" name=""/>
        <dsp:cNvSpPr/>
      </dsp:nvSpPr>
      <dsp:spPr>
        <a:xfrm>
          <a:off x="811718" y="5528"/>
          <a:ext cx="7062481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Esempio di appunti grezzi:</a:t>
          </a:r>
        </a:p>
      </dsp:txBody>
      <dsp:txXfrm>
        <a:off x="811718" y="5528"/>
        <a:ext cx="7062481" cy="724411"/>
      </dsp:txXfrm>
    </dsp:sp>
    <dsp:sp modelId="{82937733-D8B3-44F7-BC91-C7A234B40489}">
      <dsp:nvSpPr>
        <dsp:cNvPr id="0" name=""/>
        <dsp:cNvSpPr/>
      </dsp:nvSpPr>
      <dsp:spPr>
        <a:xfrm>
          <a:off x="0" y="911042"/>
          <a:ext cx="7886700" cy="702459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737C7-F89F-4074-9BB1-D540DEDE2215}">
      <dsp:nvSpPr>
        <dsp:cNvPr id="0" name=""/>
        <dsp:cNvSpPr/>
      </dsp:nvSpPr>
      <dsp:spPr>
        <a:xfrm>
          <a:off x="212493" y="1069095"/>
          <a:ext cx="386730" cy="3863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E76DF-6AC0-4FFE-9369-A26F24DC6D4D}">
      <dsp:nvSpPr>
        <dsp:cNvPr id="0" name=""/>
        <dsp:cNvSpPr/>
      </dsp:nvSpPr>
      <dsp:spPr>
        <a:xfrm>
          <a:off x="811718" y="911042"/>
          <a:ext cx="7062481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“Riunione 3/10/2025 Servizi studenti – Teams; presenti Rossi, Bianchi, Verdi; picco ticket iscrizioni; tempi risposta &gt;5 giorni; decisione: aggiornare FAQ, messaggio automatico con tempi stimati, report mensile ticket”</a:t>
          </a:r>
        </a:p>
      </dsp:txBody>
      <dsp:txXfrm>
        <a:off x="811718" y="911042"/>
        <a:ext cx="7062481" cy="724411"/>
      </dsp:txXfrm>
    </dsp:sp>
    <dsp:sp modelId="{B13A4D00-851E-4F79-BCF2-FE512B494D5E}">
      <dsp:nvSpPr>
        <dsp:cNvPr id="0" name=""/>
        <dsp:cNvSpPr/>
      </dsp:nvSpPr>
      <dsp:spPr>
        <a:xfrm>
          <a:off x="0" y="1816556"/>
          <a:ext cx="7886700" cy="7024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9A3BF6-5FE9-4B1F-B5FA-B747D61BE075}">
      <dsp:nvSpPr>
        <dsp:cNvPr id="0" name=""/>
        <dsp:cNvSpPr/>
      </dsp:nvSpPr>
      <dsp:spPr>
        <a:xfrm>
          <a:off x="212493" y="1974609"/>
          <a:ext cx="386730" cy="3863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E817B-BF60-4B1A-99BE-60D4060307FA}">
      <dsp:nvSpPr>
        <dsp:cNvPr id="0" name=""/>
        <dsp:cNvSpPr/>
      </dsp:nvSpPr>
      <dsp:spPr>
        <a:xfrm>
          <a:off x="811718" y="1816556"/>
          <a:ext cx="7062481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Chiedere all’IA di trasformare gli appunti in un verbale sintetico con il prompt della slide precedente</a:t>
          </a:r>
        </a:p>
      </dsp:txBody>
      <dsp:txXfrm>
        <a:off x="811718" y="1816556"/>
        <a:ext cx="7062481" cy="724411"/>
      </dsp:txXfrm>
    </dsp:sp>
    <dsp:sp modelId="{8A14C563-3A6E-46C3-8A1D-AF0BEB7FE4E8}">
      <dsp:nvSpPr>
        <dsp:cNvPr id="0" name=""/>
        <dsp:cNvSpPr/>
      </dsp:nvSpPr>
      <dsp:spPr>
        <a:xfrm>
          <a:off x="0" y="2722070"/>
          <a:ext cx="7886700" cy="70245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EAF99C-3D10-4D04-9D6B-EA9819548037}">
      <dsp:nvSpPr>
        <dsp:cNvPr id="0" name=""/>
        <dsp:cNvSpPr/>
      </dsp:nvSpPr>
      <dsp:spPr>
        <a:xfrm>
          <a:off x="212493" y="2880123"/>
          <a:ext cx="386730" cy="3863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1C146-9F1B-4FC8-8784-96709C3F8D7E}">
      <dsp:nvSpPr>
        <dsp:cNvPr id="0" name=""/>
        <dsp:cNvSpPr/>
      </dsp:nvSpPr>
      <dsp:spPr>
        <a:xfrm>
          <a:off x="811718" y="2722070"/>
          <a:ext cx="7062481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Osservare la struttura del testo generato: intestazione, elenco partecipanti, punti dell’ordine del giorno, decisioni</a:t>
          </a:r>
        </a:p>
      </dsp:txBody>
      <dsp:txXfrm>
        <a:off x="811718" y="2722070"/>
        <a:ext cx="7062481" cy="724411"/>
      </dsp:txXfrm>
    </dsp:sp>
    <dsp:sp modelId="{55676281-2A90-445C-9596-7D130D8FA211}">
      <dsp:nvSpPr>
        <dsp:cNvPr id="0" name=""/>
        <dsp:cNvSpPr/>
      </dsp:nvSpPr>
      <dsp:spPr>
        <a:xfrm>
          <a:off x="0" y="3627584"/>
          <a:ext cx="7886700" cy="70245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B466E-3CAA-4869-9F5F-4F7383CE139B}">
      <dsp:nvSpPr>
        <dsp:cNvPr id="0" name=""/>
        <dsp:cNvSpPr/>
      </dsp:nvSpPr>
      <dsp:spPr>
        <a:xfrm>
          <a:off x="212493" y="3785637"/>
          <a:ext cx="386730" cy="3863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F14FB-13CA-4D63-8EAD-7ECEDCAA19D8}">
      <dsp:nvSpPr>
        <dsp:cNvPr id="0" name=""/>
        <dsp:cNvSpPr/>
      </dsp:nvSpPr>
      <dsp:spPr>
        <a:xfrm>
          <a:off x="811718" y="3627584"/>
          <a:ext cx="7062481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Controllare e correggere date, nomi, formulazioni poco chiare</a:t>
          </a:r>
        </a:p>
      </dsp:txBody>
      <dsp:txXfrm>
        <a:off x="811718" y="3627584"/>
        <a:ext cx="7062481" cy="724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EE3D3-2003-424F-AECF-DB64D984E97F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BE9F6-33CF-458C-A6F8-3032B08BF285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Lavoro a coppie o piccoli gruppi</a:t>
          </a:r>
        </a:p>
      </dsp:txBody>
      <dsp:txXfrm>
        <a:off x="0" y="552"/>
        <a:ext cx="8229600" cy="904971"/>
      </dsp:txXfrm>
    </dsp:sp>
    <dsp:sp modelId="{325EE1E9-913B-4765-9AE6-1E9FE3ED454B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23E3C-570B-4880-B4CC-B63B4D2C105F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Ogni gruppo riceve un set di appunti grezzi di una riunione (es. Servizi agli Studenti, Segreteria, ICT, HR)</a:t>
          </a:r>
        </a:p>
      </dsp:txBody>
      <dsp:txXfrm>
        <a:off x="0" y="905524"/>
        <a:ext cx="8229600" cy="904971"/>
      </dsp:txXfrm>
    </dsp:sp>
    <dsp:sp modelId="{A99ABF65-160B-4966-B010-71180F66F4AE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A30AB-B8A5-476F-8C36-9C71607AAAD0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Compito 1: scrivere un prompt adatto per trasformare gli appunti in un verbale formale</a:t>
          </a:r>
        </a:p>
      </dsp:txBody>
      <dsp:txXfrm>
        <a:off x="0" y="1810495"/>
        <a:ext cx="8229600" cy="904971"/>
      </dsp:txXfrm>
    </dsp:sp>
    <dsp:sp modelId="{CB405473-2112-47E4-8C6E-301039B294A6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E98F8-F1AF-46BB-81D9-42953F882A3E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Compito 2: usare l’IA per generare la prima bozza di verbale</a:t>
          </a:r>
        </a:p>
      </dsp:txBody>
      <dsp:txXfrm>
        <a:off x="0" y="2715467"/>
        <a:ext cx="8229600" cy="904971"/>
      </dsp:txXfrm>
    </dsp:sp>
    <dsp:sp modelId="{1B9D0395-61E7-42B0-8D3C-7C65AB454CBF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42150-A83D-4E1B-864B-D9F7FED25D6A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Compito 3: revisionare la bozza (correzioni, integrazioni, controllo di coerenza)</a:t>
          </a:r>
        </a:p>
      </dsp:txBody>
      <dsp:txXfrm>
        <a:off x="0" y="3620438"/>
        <a:ext cx="8229600" cy="904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nquadratura ad angolo di una penna su un grafico">
            <a:extLst>
              <a:ext uri="{FF2B5EF4-FFF2-40B4-BE49-F238E27FC236}">
                <a16:creationId xmlns:a16="http://schemas.microsoft.com/office/drawing/2014/main" id="{F20E47AB-FB88-43CA-9153-41177162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20" r="48986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700" b="1" dirty="0"/>
              <a:t>Generazione Automatica di </a:t>
            </a:r>
          </a:p>
          <a:p>
            <a:pPr marL="0" indent="0">
              <a:buNone/>
            </a:pPr>
            <a:r>
              <a:rPr lang="it-IT" sz="1700" b="1" dirty="0"/>
              <a:t>Report e Verbali</a:t>
            </a:r>
          </a:p>
          <a:p>
            <a:pPr marL="0" indent="0">
              <a:buNone/>
            </a:pPr>
            <a:endParaRPr lang="it-IT" sz="1700" b="1" dirty="0"/>
          </a:p>
        </p:txBody>
      </p:sp>
      <p:sp>
        <p:nvSpPr>
          <p:cNvPr id="9" name="Rettangolo 8"/>
          <p:cNvSpPr/>
          <p:nvPr/>
        </p:nvSpPr>
        <p:spPr>
          <a:xfrm>
            <a:off x="3058935" y="4036639"/>
            <a:ext cx="33664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994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Obiettivi della lezione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Comprendere cosa può fare l’IA generativa nel lavoro amministrativo quotidiano</a:t>
            </a:r>
          </a:p>
          <a:p>
            <a:r>
              <a:t>Imparare a progettare prompt efficaci per verbali e report</a:t>
            </a:r>
          </a:p>
          <a:p>
            <a:r>
              <a:t>Sperimentare casi d’uso realistici di una PA universitaria online</a:t>
            </a:r>
          </a:p>
          <a:p>
            <a:r>
              <a:t>Riconoscere limiti, rischi e responsabilità (AI Act, GDPR, linee guida AgID)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IA </a:t>
            </a:r>
            <a:r>
              <a:rPr dirty="0" err="1"/>
              <a:t>generativa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Sistemi che generano testi, immagini e codice da istruzioni in linguaggio naturale</a:t>
            </a:r>
          </a:p>
          <a:p>
            <a:r>
              <a:t>Basata su modelli di linguaggio (LLM) addestrati su grandi quantità di testo</a:t>
            </a:r>
          </a:p>
          <a:p>
            <a:r>
              <a:t>Non “pensano”: predicono parola dopo parola sulla base di pattern</a:t>
            </a:r>
          </a:p>
          <a:p>
            <a:r>
              <a:t>Utili per riassumere, riscrivere e strutturare testi</a:t>
            </a:r>
          </a:p>
          <a:p>
            <a:r>
              <a:t>Utili per creare bozze di verbali, report, email e comunicazioni interne</a:t>
            </a:r>
          </a:p>
          <a:p>
            <a:r>
              <a:t>Possono commettere errori o “allucinazioni” e non conoscono il contesto interno dell’Ateneo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Cosa </a:t>
            </a:r>
            <a:r>
              <a:rPr dirty="0" err="1"/>
              <a:t>può</a:t>
            </a:r>
            <a:r>
              <a:rPr dirty="0"/>
              <a:t> fare per </a:t>
            </a:r>
            <a:r>
              <a:rPr dirty="0" err="1"/>
              <a:t>una</a:t>
            </a:r>
            <a:r>
              <a:rPr dirty="0"/>
              <a:t> PA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Verbalizzare riunioni (Consigli di corso, riunioni di servizio, commissioni, comitati)</a:t>
            </a:r>
          </a:p>
          <a:p>
            <a:r>
              <a:t>Scrivere prime bozze di relazioni periodiche e note per Rettore e Direttore Generale</a:t>
            </a:r>
          </a:p>
          <a:p>
            <a:r>
              <a:t>Preparare risposte standard a FAQ degli studenti (in canali ufficiali e controllati)</a:t>
            </a:r>
          </a:p>
          <a:p>
            <a:r>
              <a:t>Sintetizzare documenti lunghi: linee guida, bandi, contratti, regolamenti</a:t>
            </a:r>
          </a:p>
          <a:p>
            <a:r>
              <a:t>Supportare uffici come Amministrazione, Risorse Umane, Servizi agli Studenti, Controllo di Gestione, uffici didattica, Ufficio stampa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Cosa NON deve fare (e dove fare attenzione)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Non sostituisce la responsabilità del dirigente, del RUP o del segretario verbalizzante</a:t>
            </a:r>
          </a:p>
          <a:p>
            <a:r>
              <a:t>Non sostituisce firma, protocollazione e conservazione a norma</a:t>
            </a:r>
          </a:p>
          <a:p>
            <a:r>
              <a:t>Non va usata per prendere decisioni automatizzate su persone senza adeguate garanzie</a:t>
            </a:r>
          </a:p>
          <a:p>
            <a:r>
              <a:t>Non va usata per trattare dati personali o sensibili su piattaforme non autorizzate dall’Ateneo</a:t>
            </a:r>
          </a:p>
          <a:p>
            <a:r>
              <a:t>Rischi: errori di fatto, toni inappropriati, violazioni di privacy o di segreto d’ufficio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Norme</a:t>
            </a:r>
            <a:r>
              <a:rPr dirty="0"/>
              <a:t> di </a:t>
            </a:r>
            <a:r>
              <a:rPr dirty="0" err="1"/>
              <a:t>contesto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AI Act UE: approccio basato sul rischio e obblighi specifici per la PA come utilizzatore di sistemi di IA</a:t>
            </a:r>
          </a:p>
          <a:p>
            <a:r>
              <a:t>Linee guida AgID: raccomandazioni per introdurre l’IA nella PA con governance, qualità dei dati e trasparenza</a:t>
            </a:r>
          </a:p>
          <a:p>
            <a:r>
              <a:t>GDPR e normativa italiana: centralità dei diritti degli interessati e della responsabilità del soggetto pubblico</a:t>
            </a:r>
          </a:p>
          <a:p>
            <a:r>
              <a:t>In questo laboratorio ci concentriamo su casi d’uso a basso rischio: supporto redazionale a verbali e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Tipi di </a:t>
            </a:r>
            <a:r>
              <a:rPr dirty="0" err="1"/>
              <a:t>verbali</a:t>
            </a:r>
            <a:r>
              <a:rPr lang="it-IT" dirty="0"/>
              <a:t>…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Verbale di Consiglio di Corso di Studio</a:t>
            </a:r>
          </a:p>
          <a:p>
            <a:r>
              <a:t>Verbale di Commissione d’esame o laurea</a:t>
            </a:r>
          </a:p>
          <a:p>
            <a:r>
              <a:t>Verbale di riunione di servizio (Servizi agli Studenti, Segreterie, ICT, HR, ecc.)</a:t>
            </a:r>
          </a:p>
          <a:p>
            <a:r>
              <a:t>Verbale di Comitato per la qualità o Nucleo di valutazione</a:t>
            </a:r>
          </a:p>
          <a:p>
            <a:r>
              <a:t>Elementi comuni: data, luogo/modalità (online), partecipanti, ordine del giorno, sintesi discussione, decisioni e follow-up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Come può aiutare l’IA nella redazione del verbale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Partire da appunti o note non strutturate della riunione</a:t>
            </a:r>
          </a:p>
          <a:p>
            <a:r>
              <a:t>Trasformare gli appunti in un verbale con intestazione, ordine del giorno e punti numerati</a:t>
            </a:r>
          </a:p>
          <a:p>
            <a:r>
              <a:t>Evidenziare chiaramente decisioni, azioni, responsabili e scadenze</a:t>
            </a:r>
          </a:p>
          <a:p>
            <a:r>
              <a:t>Uniformare linguaggio e stile al registro amministrativo dell’Ateneo</a:t>
            </a:r>
          </a:p>
          <a:p>
            <a:r>
              <a:t>Ridurre tempi di stesura, mantenendo il controllo umano sul testo finale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/>
              <a:t>Esempio di prompt per verbale di riunione di servizio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5DFCE4-3472-12BA-AB65-5E887965CC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it-IT" dirty="0"/>
              <a:t>E</a:t>
            </a:r>
            <a:r>
              <a:rPr dirty="0" err="1"/>
              <a:t>sempio</a:t>
            </a:r>
            <a:r>
              <a:rPr dirty="0"/>
              <a:t>: da </a:t>
            </a:r>
            <a:r>
              <a:rPr dirty="0" err="1"/>
              <a:t>appunti</a:t>
            </a:r>
            <a:r>
              <a:rPr dirty="0"/>
              <a:t> a verbale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3D4A4-69A3-FD85-897A-313F72F93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787156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Esercitazione 1: dal blocco appunti al verbale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44B209-A75F-E23B-85DD-C5B3C31CA5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it-IT" sz="3500"/>
              <a:t>Debrief Esercitazione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it-IT" sz="1700"/>
              <a:t>Che cosa ha funzionato meglio nella generazione automatica del verbale?</a:t>
            </a:r>
          </a:p>
          <a:p>
            <a:r>
              <a:rPr lang="it-IT" sz="1700"/>
              <a:t>In quali punti l’IA ha sbagliato o inventato dettagli?</a:t>
            </a:r>
          </a:p>
          <a:p>
            <a:r>
              <a:rPr lang="it-IT" sz="1700"/>
              <a:t>Quanto tempo si è risparmiato rispetto a scrivere il verbale da zero?</a:t>
            </a:r>
          </a:p>
          <a:p>
            <a:r>
              <a:rPr lang="it-IT" sz="1700"/>
              <a:t>Quali elementi di stile dell’Ateneo sarebbe utile fissare in un prompt standard?</a:t>
            </a:r>
          </a:p>
          <a:p>
            <a:r>
              <a:rPr lang="it-IT" sz="1700"/>
              <a:t>Quali parti del processo devono rimanere sempre sotto controllo umano?</a:t>
            </a:r>
          </a:p>
        </p:txBody>
      </p:sp>
      <p:pic>
        <p:nvPicPr>
          <p:cNvPr id="5" name="Picture 4" descr="Formule matematiche complesse su una lavagna">
            <a:extLst>
              <a:ext uri="{FF2B5EF4-FFF2-40B4-BE49-F238E27FC236}">
                <a16:creationId xmlns:a16="http://schemas.microsoft.com/office/drawing/2014/main" id="{27CCF527-9174-CF82-8B22-996F3407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02" r="21781" b="2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Quali report in </a:t>
            </a:r>
            <a:r>
              <a:rPr dirty="0" err="1"/>
              <a:t>una</a:t>
            </a:r>
            <a:r>
              <a:rPr lang="it-IT" dirty="0"/>
              <a:t> PA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Report per Rettore e Direttore Generale (immatricolazioni, esami, lauree, servizi)</a:t>
            </a:r>
          </a:p>
          <a:p>
            <a:r>
              <a:t>Report di controllo di gestione (KPI, costi, tempi dei processi amministrativi)</a:t>
            </a:r>
          </a:p>
          <a:p>
            <a:r>
              <a:t>Report sulla qualità della didattica online (questionari studenti, completion rate, accessi alla piattaforma)</a:t>
            </a:r>
          </a:p>
          <a:p>
            <a:r>
              <a:t>Note per Consiglio di Amministrazione, Senato Accademico, Nucleo di Valutazione, Presidio Qualità</a:t>
            </a:r>
          </a:p>
          <a:p>
            <a:r>
              <a:t>Documenti che combinano dati quantitativi e testo narrativo/interpretativo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IA come “assistente di redazione” del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Partire da elenchi di punti chiave o piccole tabelle di dati</a:t>
            </a:r>
          </a:p>
          <a:p>
            <a:r>
              <a:t>Chiedere all’IA di costruire una sintesi esecutiva per destinatari diversi (Rettore, DG, uffici tecnici)</a:t>
            </a:r>
          </a:p>
          <a:p>
            <a:r>
              <a:t>Usare l’IA per proporre una struttura tipo: introduzione, risultati, criticità, azioni</a:t>
            </a:r>
          </a:p>
          <a:p>
            <a:r>
              <a:t>Chiedere adattamenti di tono: più sintetico, più tecnico, più divulgativo</a:t>
            </a:r>
          </a:p>
          <a:p>
            <a:r>
              <a:t>Ricordare che interpretazioni e conclusioni restano responsabilità umana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Esempio di prompt per nota al Rettore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Ruolo: assistente di redazione per una nota al Rettore di una università telematica</a:t>
            </a:r>
          </a:p>
          <a:p>
            <a:r>
              <a:t>Input: dati sintetici su immatricolazioni, servizi agli studenti, qualità dei servizi</a:t>
            </a:r>
          </a:p>
          <a:p>
            <a:r>
              <a:t>Output: nota di massimo 300 parole con struttura: contesto, 3 risultati principali, 2 criticità, 3 azioni proposte</a:t>
            </a:r>
          </a:p>
          <a:p>
            <a:r>
              <a:t>Stile: linguaggio chiaro, non troppo tecnico, adatto a un lettore istituzionale</a:t>
            </a:r>
          </a:p>
          <a:p>
            <a:r>
              <a:t>Vincoli: non inventare numeri o fatti non presenti nei dati forniti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</a:t>
            </a:r>
            <a:r>
              <a:rPr dirty="0" err="1"/>
              <a:t>sempio</a:t>
            </a:r>
            <a:r>
              <a:rPr dirty="0"/>
              <a:t> </a:t>
            </a:r>
            <a:r>
              <a:rPr dirty="0" err="1"/>
              <a:t>numerico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Dati di esempio:</a:t>
            </a:r>
          </a:p>
          <a:p>
            <a:r>
              <a:t>Immatricolazioni 2024/25: +8% rispetto all’anno precedente</a:t>
            </a:r>
          </a:p>
          <a:p>
            <a:r>
              <a:t>Tempo medio risposta ticket studenti: da 7,5 a 4,2 giorni</a:t>
            </a:r>
          </a:p>
          <a:p>
            <a:r>
              <a:t>Esami online senza problemi tecnici: 97%</a:t>
            </a:r>
          </a:p>
          <a:p>
            <a:r>
              <a:t>Criticità: aumento dropout al 2° anno (+3 punti), saturazione turni call center</a:t>
            </a:r>
          </a:p>
          <a:p>
            <a:r>
              <a:t>Task: chiedere all’IA di generare la nota al Rettore con il prompt della slide precedente e verificare coerenza e tono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2: mini-report di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Lavoro per ufficio o area (Servizi agli Studenti, HR, ICT, Didattica, ecc.)</a:t>
            </a:r>
          </a:p>
          <a:p>
            <a:r>
              <a:t>Ogni gruppo riceve una scheda dati sintetica relativa al proprio ambito</a:t>
            </a:r>
          </a:p>
          <a:p>
            <a:r>
              <a:t>Compito 1: progettare un prompt per una nota di sintesi al dirigente (max 200 parole)</a:t>
            </a:r>
          </a:p>
          <a:p>
            <a:r>
              <a:t>Compito 2: progettare un prompt per un paragrafo da inserire in un report di Ateneo</a:t>
            </a:r>
          </a:p>
          <a:p>
            <a:r>
              <a:t>Confrontare i testi generati con come li avreste scritti voi e affinare i prompt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Debrief Esercitazione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L’IA ha messo in evidenza le priorità giuste o dettagli secondari?</a:t>
            </a:r>
          </a:p>
          <a:p>
            <a:r>
              <a:t>Avete dovuto modificare molto il prompt per guidare il modello?</a:t>
            </a:r>
          </a:p>
          <a:p>
            <a:r>
              <a:t>Quali formulazioni si prestano a diventare standard (es. sezione “Criticità e azioni correttive”)?</a:t>
            </a:r>
          </a:p>
          <a:p>
            <a:r>
              <a:t>Quali differenze ci sono tra il testo per il dirigente e quello per un report di Ateneo?</a:t>
            </a:r>
          </a:p>
          <a:p>
            <a:r>
              <a:t>Che cosa serve per costruire una piccola libreria di prompt comuni di Ateneo?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Rischi specifici nell’uso dell’IA in 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Errori di contenuto: date, numeri, riferimenti normativi errati o incompleti</a:t>
            </a:r>
          </a:p>
          <a:p>
            <a:r>
              <a:t>Allucinazioni: il modello può “inventare” documenti o norme inesistenti</a:t>
            </a:r>
          </a:p>
          <a:p>
            <a:r>
              <a:t>Problemi di privacy: inserimento improprio di dati personali di studenti, docenti, dipendenti</a:t>
            </a:r>
          </a:p>
          <a:p>
            <a:r>
              <a:t>Rischi di bias: formulazioni discriminatorie o giudizianti sugli utenti</a:t>
            </a:r>
          </a:p>
          <a:p>
            <a:r>
              <a:t>Rischi organizzativi: dipendenza eccessiva dallo strumento e perdita di competenze interne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 Act, linee guida AgID e responsabilità della 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AI Act: obblighi per chi sviluppa e per chi usa sistemi di IA, inclusa la PA</a:t>
            </a:r>
          </a:p>
          <a:p>
            <a:r>
              <a:t>Per la PA: attenzione alla trasparenza e alla documentazione dell’uso di sistemi di IA nei processi</a:t>
            </a:r>
          </a:p>
          <a:p>
            <a:r>
              <a:t>Linee guida AgID: necessità di governance interna, policy, ruoli e procedure chiare</a:t>
            </a:r>
          </a:p>
          <a:p>
            <a:r>
              <a:t>Possibili valutazioni d’impatto sull’uso dell’IA nei processi che incidono sui diritti delle persone</a:t>
            </a:r>
          </a:p>
          <a:p>
            <a:r>
              <a:t>Per verbali e report: uso come supporto redazionale, con controllo umano finale e tracciabilità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Buone pratiche operative per l’Ateneo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Definire piattaforme e strumenti di IA autorizzati dall’Ateneo</a:t>
            </a:r>
          </a:p>
          <a:p>
            <a:r>
              <a:t>Evitare di inserire dati identificativi e informazioni sensibili negli strumenti di IA generativa</a:t>
            </a:r>
          </a:p>
          <a:p>
            <a:r>
              <a:t>Usare prompt che ricordino esplicitamente di non inventare dati o norme</a:t>
            </a:r>
          </a:p>
          <a:p>
            <a:r>
              <a:t>Prevedere sempre una check-list di revisione umana per verbali e report generati</a:t>
            </a:r>
          </a:p>
          <a:p>
            <a:r>
              <a:t>Conservare traccia delle versioni dei documenti prima e dopo l’uso dell’IA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Esercitazione 3: “Smonta il testo dell’IA”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Ogni gruppo riceve un testo di verbale o report generato dall’IA con problemi nascosti</a:t>
            </a:r>
          </a:p>
          <a:p>
            <a:r>
              <a:t>Compito 1: individuare almeno 5 criticità (affermazioni eccessive, toni inadeguati, rischi privacy, ecc.)</a:t>
            </a:r>
          </a:p>
          <a:p>
            <a:r>
              <a:t>Compito 2: riscrivere le parti critiche in forma più equilibrata e conforme</a:t>
            </a:r>
          </a:p>
          <a:p>
            <a:r>
              <a:t>Compito 3: estrarre 3–5 regole pratiche per l’uso dell’IA nel proprio ufficio</a:t>
            </a:r>
          </a:p>
          <a:p>
            <a:r>
              <a:t>Condivisione delle regole in plenaria per costruire una prima bozza di linee guida comuni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Verso una policy interna per l’IA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Definire ambiti d’uso consentiti e vietati per l’IA generativa in Ateneo</a:t>
            </a:r>
          </a:p>
          <a:p>
            <a:r>
              <a:t>Elencare gli strumenti autorizzati e le condizioni d’uso</a:t>
            </a:r>
          </a:p>
          <a:p>
            <a:r>
              <a:t>Chiarire ruoli e responsabilità: chi può usare l’IA per cosa, chi approva i testi finali</a:t>
            </a:r>
          </a:p>
          <a:p>
            <a:r>
              <a:t>Prevedere formazione periodica per il personale sull’uso responsabile dell’IA</a:t>
            </a:r>
          </a:p>
          <a:p>
            <a:r>
              <a:t>Stabilire modalità di monitoraggio, revisione e aggiornamento della policy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Conclusioni e 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L’IA generativa può far risparmiare tempo nella redazione di verbali e report</a:t>
            </a:r>
          </a:p>
          <a:p>
            <a:r>
              <a:t>Può migliorare la qualità e la standardizzazione dei testi amministrativi</a:t>
            </a:r>
          </a:p>
          <a:p>
            <a:r>
              <a:t>Funziona bene solo se usata in modo consapevole, responsabile e regolato</a:t>
            </a:r>
          </a:p>
          <a:p>
            <a:r>
              <a:t>Il controllo e la responsabilità del contenuto restano sempre umani</a:t>
            </a:r>
          </a:p>
          <a:p>
            <a:r>
              <a:t>Prossimi passi: creare una libreria di prompt di Ateneo, avviare progetti pilota, raccogliere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3B103457D0EE47A147E7CAA46D706D" ma:contentTypeVersion="3" ma:contentTypeDescription="Create a new document." ma:contentTypeScope="" ma:versionID="a5a97df326a0e259b82c440f25ce95a5">
  <xsd:schema xmlns:xsd="http://www.w3.org/2001/XMLSchema" xmlns:xs="http://www.w3.org/2001/XMLSchema" xmlns:p="http://schemas.microsoft.com/office/2006/metadata/properties" xmlns:ns2="c6ea8c6a-1ef4-4cba-ad03-3b398055cc2a" targetNamespace="http://schemas.microsoft.com/office/2006/metadata/properties" ma:root="true" ma:fieldsID="d549956f79f764b0d5efc363668b3c58" ns2:_="">
    <xsd:import namespace="c6ea8c6a-1ef4-4cba-ad03-3b398055cc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ea8c6a-1ef4-4cba-ad03-3b398055cc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3A07C8-C68F-40BC-9D4C-DDC4C39DD924}"/>
</file>

<file path=customXml/itemProps2.xml><?xml version="1.0" encoding="utf-8"?>
<ds:datastoreItem xmlns:ds="http://schemas.openxmlformats.org/officeDocument/2006/customXml" ds:itemID="{4A47E0AB-5DF3-4681-A431-5A81A165EFC1}"/>
</file>

<file path=customXml/itemProps3.xml><?xml version="1.0" encoding="utf-8"?>
<ds:datastoreItem xmlns:ds="http://schemas.openxmlformats.org/officeDocument/2006/customXml" ds:itemID="{32CC7F23-0E65-4B44-8E8D-1AD3A94B6FA0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1708</Words>
  <Application>Microsoft Office PowerPoint</Application>
  <PresentationFormat>Presentazione su schermo (4:3)</PresentationFormat>
  <Paragraphs>140</Paragraphs>
  <Slides>24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Presentazione standard di PowerPoint</vt:lpstr>
      <vt:lpstr>Obiettivi della lezione</vt:lpstr>
      <vt:lpstr>IA generativa </vt:lpstr>
      <vt:lpstr>Cosa può fare per una PA </vt:lpstr>
      <vt:lpstr>Cosa NON deve fare (e dove fare attenzione)</vt:lpstr>
      <vt:lpstr>Norme di contesto</vt:lpstr>
      <vt:lpstr>Tipi di verbali…</vt:lpstr>
      <vt:lpstr>Come può aiutare l’IA nella redazione del verbale</vt:lpstr>
      <vt:lpstr>Esempio di prompt per verbale di riunione di servizio</vt:lpstr>
      <vt:lpstr>Esempio: da appunti a verbale</vt:lpstr>
      <vt:lpstr>Esercitazione 1: dal blocco appunti al verbale</vt:lpstr>
      <vt:lpstr>Debrief Esercitazione 1</vt:lpstr>
      <vt:lpstr>Quali report in una PA</vt:lpstr>
      <vt:lpstr>IA come “assistente di redazione” del report</vt:lpstr>
      <vt:lpstr>Esempio di prompt per nota al Rettore</vt:lpstr>
      <vt:lpstr>Esempio numerico</vt:lpstr>
      <vt:lpstr>Esercitazione 2: mini-report di area</vt:lpstr>
      <vt:lpstr>Debrief Esercitazione 2</vt:lpstr>
      <vt:lpstr>Rischi specifici nell’uso dell’IA in PA</vt:lpstr>
      <vt:lpstr>AI Act, linee guida AgID e responsabilità della PA</vt:lpstr>
      <vt:lpstr>Buone pratiche operative per l’Ateneo</vt:lpstr>
      <vt:lpstr>Esercitazione 3: “Smonta il testo dell’IA”</vt:lpstr>
      <vt:lpstr>Verso una policy interna per l’IA</vt:lpstr>
      <vt:lpstr>Conclusioni e prossimi passi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Flora Amato</dc:creator>
  <cp:keywords/>
  <dc:description>generated using python-pptx</dc:description>
  <cp:lastModifiedBy>FLORA AMATO</cp:lastModifiedBy>
  <cp:revision>3</cp:revision>
  <dcterms:created xsi:type="dcterms:W3CDTF">2013-01-27T09:14:16Z</dcterms:created>
  <dcterms:modified xsi:type="dcterms:W3CDTF">2026-01-15T13:28:51Z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2025-11-24T07:22:05Z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1f07167e-4127-40bb-9375-7761d205a693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  <property fmtid="{D5CDD505-2E9C-101B-9397-08002B2CF9AE}" pid="10" name="ContentTypeId">
    <vt:lpwstr>0x010100423B103457D0EE47A147E7CAA46D706D</vt:lpwstr>
  </property>
</Properties>
</file>